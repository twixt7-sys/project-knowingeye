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Lst>
  <p:notesMasterIdLst>
    <p:notesMasterId r:id="rId39"/>
  </p:notesMasterIdLst>
  <p:sldIdLst>
    <p:sldId id="334" r:id="rId2"/>
    <p:sldId id="335" r:id="rId3"/>
    <p:sldId id="337" r:id="rId4"/>
    <p:sldId id="336" r:id="rId5"/>
    <p:sldId id="338" r:id="rId6"/>
    <p:sldId id="256" r:id="rId7"/>
    <p:sldId id="259" r:id="rId8"/>
    <p:sldId id="262" r:id="rId9"/>
    <p:sldId id="258" r:id="rId10"/>
    <p:sldId id="309" r:id="rId11"/>
    <p:sldId id="261" r:id="rId12"/>
    <p:sldId id="310" r:id="rId13"/>
    <p:sldId id="265" r:id="rId14"/>
    <p:sldId id="260" r:id="rId15"/>
    <p:sldId id="311" r:id="rId16"/>
    <p:sldId id="312" r:id="rId17"/>
    <p:sldId id="313" r:id="rId18"/>
    <p:sldId id="314" r:id="rId19"/>
    <p:sldId id="320" r:id="rId20"/>
    <p:sldId id="315" r:id="rId21"/>
    <p:sldId id="316" r:id="rId22"/>
    <p:sldId id="317" r:id="rId23"/>
    <p:sldId id="318" r:id="rId24"/>
    <p:sldId id="321" r:id="rId25"/>
    <p:sldId id="322" r:id="rId26"/>
    <p:sldId id="323" r:id="rId27"/>
    <p:sldId id="324" r:id="rId28"/>
    <p:sldId id="325" r:id="rId29"/>
    <p:sldId id="326" r:id="rId30"/>
    <p:sldId id="327" r:id="rId31"/>
    <p:sldId id="329" r:id="rId32"/>
    <p:sldId id="330" r:id="rId33"/>
    <p:sldId id="331" r:id="rId34"/>
    <p:sldId id="328" r:id="rId35"/>
    <p:sldId id="332" r:id="rId36"/>
    <p:sldId id="333" r:id="rId37"/>
    <p:sldId id="273"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D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BEFF6D-335C-46AF-B2D2-7633593AD482}">
  <a:tblStyle styleId="{07BEFF6D-335C-46AF-B2D2-7633593AD4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90"/>
    <p:restoredTop sz="94708"/>
  </p:normalViewPr>
  <p:slideViewPr>
    <p:cSldViewPr snapToGrid="0">
      <p:cViewPr varScale="1">
        <p:scale>
          <a:sx n="132" d="100"/>
          <a:sy n="132" d="100"/>
        </p:scale>
        <p:origin x="102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1FCB4D0-8004-DAE6-539E-C971472D7C68}"/>
            </a:ext>
          </a:extLst>
        </p:cNvPr>
        <p:cNvGrpSpPr/>
        <p:nvPr/>
      </p:nvGrpSpPr>
      <p:grpSpPr>
        <a:xfrm>
          <a:off x="0" y="0"/>
          <a:ext cx="0" cy="0"/>
          <a:chOff x="0" y="0"/>
          <a:chExt cx="0" cy="0"/>
        </a:xfrm>
      </p:grpSpPr>
      <p:sp>
        <p:nvSpPr>
          <p:cNvPr id="182" name="Google Shape;182;p:notes">
            <a:extLst>
              <a:ext uri="{FF2B5EF4-FFF2-40B4-BE49-F238E27FC236}">
                <a16:creationId xmlns:a16="http://schemas.microsoft.com/office/drawing/2014/main" id="{C9970D9A-92ED-8514-62BE-9DEC555844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p:notes">
            <a:extLst>
              <a:ext uri="{FF2B5EF4-FFF2-40B4-BE49-F238E27FC236}">
                <a16:creationId xmlns:a16="http://schemas.microsoft.com/office/drawing/2014/main" id="{953B9BEE-F806-3A95-40F2-C1078A5CFF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4414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BA143D5E-EE3A-85E2-E590-905CC46CFBA7}"/>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EFFAEDE4-38B4-FB3B-6843-6DA24961DE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99700070-6321-B8F5-17FA-C7E8FAEDEC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1241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A8F2E59F-BE47-ED84-D237-9BA7FB2CE21F}"/>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5B1743E1-BDA0-347C-CB45-DAFAE385F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B5A7D3D1-678E-B396-AB61-6F8C39D414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8460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a:extLst>
            <a:ext uri="{FF2B5EF4-FFF2-40B4-BE49-F238E27FC236}">
              <a16:creationId xmlns:a16="http://schemas.microsoft.com/office/drawing/2014/main" id="{B53AC97D-4E10-CE1C-B2AF-DF5854BCD393}"/>
            </a:ext>
          </a:extLst>
        </p:cNvPr>
        <p:cNvGrpSpPr/>
        <p:nvPr/>
      </p:nvGrpSpPr>
      <p:grpSpPr>
        <a:xfrm>
          <a:off x="0" y="0"/>
          <a:ext cx="0" cy="0"/>
          <a:chOff x="0" y="0"/>
          <a:chExt cx="0" cy="0"/>
        </a:xfrm>
      </p:grpSpPr>
      <p:sp>
        <p:nvSpPr>
          <p:cNvPr id="452" name="Google Shape;452;ga9fa940987_1_161:notes">
            <a:extLst>
              <a:ext uri="{FF2B5EF4-FFF2-40B4-BE49-F238E27FC236}">
                <a16:creationId xmlns:a16="http://schemas.microsoft.com/office/drawing/2014/main" id="{D9524CFD-0D3B-72AE-A8EF-F7F4A2B236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a9fa940987_1_161:notes">
            <a:extLst>
              <a:ext uri="{FF2B5EF4-FFF2-40B4-BE49-F238E27FC236}">
                <a16:creationId xmlns:a16="http://schemas.microsoft.com/office/drawing/2014/main" id="{A7BED65D-EDB6-50F4-DC52-8353C99BF5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067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DB1B36C7-FA98-37C7-7752-D46B923FA2CC}"/>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53752010-4D53-E174-4B73-A4A36E06A4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AF9198B3-523F-4254-686B-308B66D1E9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6146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a9469d1f4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9469d1f40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9469d1f4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a9469d1f4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a9469d1f4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a:extLst>
            <a:ext uri="{FF2B5EF4-FFF2-40B4-BE49-F238E27FC236}">
              <a16:creationId xmlns:a16="http://schemas.microsoft.com/office/drawing/2014/main" id="{13CFF988-95EA-FBCB-1645-939FDF7E04D2}"/>
            </a:ext>
          </a:extLst>
        </p:cNvPr>
        <p:cNvGrpSpPr/>
        <p:nvPr/>
      </p:nvGrpSpPr>
      <p:grpSpPr>
        <a:xfrm>
          <a:off x="0" y="0"/>
          <a:ext cx="0" cy="0"/>
          <a:chOff x="0" y="0"/>
          <a:chExt cx="0" cy="0"/>
        </a:xfrm>
      </p:grpSpPr>
      <p:sp>
        <p:nvSpPr>
          <p:cNvPr id="628" name="Google Shape;628;ga9fa940987_2_132:notes">
            <a:extLst>
              <a:ext uri="{FF2B5EF4-FFF2-40B4-BE49-F238E27FC236}">
                <a16:creationId xmlns:a16="http://schemas.microsoft.com/office/drawing/2014/main" id="{09179594-89BD-36BA-625B-F2E10A256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a9fa940987_2_132:notes">
            <a:extLst>
              <a:ext uri="{FF2B5EF4-FFF2-40B4-BE49-F238E27FC236}">
                <a16:creationId xmlns:a16="http://schemas.microsoft.com/office/drawing/2014/main" id="{61A40531-684E-911F-2EFC-5144FEAB69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580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9fa940987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B5DC7133-AFC6-CE26-2C86-DCB6F9213D4B}"/>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48E71B3C-6F85-B6D2-AC09-6C37F8DC19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E5F258B6-17FF-4700-7655-F02D6576D4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0821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a9fa940987_1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a9fa940987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a9469d1f40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a9469d1f4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67EEC956-D39B-AB97-B2F4-9B8CD4990A4C}"/>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CC0E876B-C697-19C0-7388-EDA863E73B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74E3A24A-F75A-4429-B957-3A1E864F2B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507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552FCF77-9029-CA47-328D-4980DAE695AE}"/>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728C2D05-C8FA-ABD4-A247-D0FD54CF24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BBAADE12-50A0-3382-7B80-AFA9E415DC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9032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51E2FCB5-2662-DE31-1D35-EAC3A66D1786}"/>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A9381361-B8F1-D616-22A4-CD90CB85B7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0EEAD3DA-D7CA-C644-62AB-0ACE83C3E8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3741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B782CFEF-8AE5-8F46-D802-EB35E84B14D2}"/>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4D884C22-B35C-6F76-999B-07A249C34C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906C6DC6-B153-BB53-A5EA-26FB8262AF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214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44A4A493-AF96-CF07-6D46-3462C4E75053}"/>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B8A0FD6E-CCD2-9867-05F3-290F3B0791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5C788BB4-072B-452A-E99B-C162CC7DCC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60922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446781E2-73EB-E837-5EBD-9A6A687472D2}"/>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7BB90E35-CE64-7A49-3174-609C539B95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39219A97-9922-5CD4-3B11-697793D93D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90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a:extLst>
            <a:ext uri="{FF2B5EF4-FFF2-40B4-BE49-F238E27FC236}">
              <a16:creationId xmlns:a16="http://schemas.microsoft.com/office/drawing/2014/main" id="{DB42A93C-AAFC-4621-9C60-AA70543AB505}"/>
            </a:ext>
          </a:extLst>
        </p:cNvPr>
        <p:cNvGrpSpPr/>
        <p:nvPr/>
      </p:nvGrpSpPr>
      <p:grpSpPr>
        <a:xfrm>
          <a:off x="0" y="0"/>
          <a:ext cx="0" cy="0"/>
          <a:chOff x="0" y="0"/>
          <a:chExt cx="0" cy="0"/>
        </a:xfrm>
      </p:grpSpPr>
      <p:sp>
        <p:nvSpPr>
          <p:cNvPr id="457" name="Google Shape;457;ga9fa940987_2_37:notes">
            <a:extLst>
              <a:ext uri="{FF2B5EF4-FFF2-40B4-BE49-F238E27FC236}">
                <a16:creationId xmlns:a16="http://schemas.microsoft.com/office/drawing/2014/main" id="{E1830472-51C1-B891-8F23-857DD085F6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a9fa940987_2_37:notes">
            <a:extLst>
              <a:ext uri="{FF2B5EF4-FFF2-40B4-BE49-F238E27FC236}">
                <a16:creationId xmlns:a16="http://schemas.microsoft.com/office/drawing/2014/main" id="{5655E4DC-7D12-5DCE-DCD7-E391DCBD15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5550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a:extLst>
            <a:ext uri="{FF2B5EF4-FFF2-40B4-BE49-F238E27FC236}">
              <a16:creationId xmlns:a16="http://schemas.microsoft.com/office/drawing/2014/main" id="{6EB9EFB6-15C9-4FB7-DFAC-9049C055B4D8}"/>
            </a:ext>
          </a:extLst>
        </p:cNvPr>
        <p:cNvGrpSpPr/>
        <p:nvPr/>
      </p:nvGrpSpPr>
      <p:grpSpPr>
        <a:xfrm>
          <a:off x="0" y="0"/>
          <a:ext cx="0" cy="0"/>
          <a:chOff x="0" y="0"/>
          <a:chExt cx="0" cy="0"/>
        </a:xfrm>
      </p:grpSpPr>
      <p:sp>
        <p:nvSpPr>
          <p:cNvPr id="457" name="Google Shape;457;ga9fa940987_2_37:notes">
            <a:extLst>
              <a:ext uri="{FF2B5EF4-FFF2-40B4-BE49-F238E27FC236}">
                <a16:creationId xmlns:a16="http://schemas.microsoft.com/office/drawing/2014/main" id="{4D231DEC-2987-2EA3-67EE-8EC660022B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a9fa940987_2_37:notes">
            <a:extLst>
              <a:ext uri="{FF2B5EF4-FFF2-40B4-BE49-F238E27FC236}">
                <a16:creationId xmlns:a16="http://schemas.microsoft.com/office/drawing/2014/main" id="{A1653411-7680-7756-4B52-6D97E495A3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00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a:extLst>
            <a:ext uri="{FF2B5EF4-FFF2-40B4-BE49-F238E27FC236}">
              <a16:creationId xmlns:a16="http://schemas.microsoft.com/office/drawing/2014/main" id="{A7380BB9-6E07-9003-8383-A7628900A097}"/>
            </a:ext>
          </a:extLst>
        </p:cNvPr>
        <p:cNvGrpSpPr/>
        <p:nvPr/>
      </p:nvGrpSpPr>
      <p:grpSpPr>
        <a:xfrm>
          <a:off x="0" y="0"/>
          <a:ext cx="0" cy="0"/>
          <a:chOff x="0" y="0"/>
          <a:chExt cx="0" cy="0"/>
        </a:xfrm>
      </p:grpSpPr>
      <p:sp>
        <p:nvSpPr>
          <p:cNvPr id="457" name="Google Shape;457;ga9fa940987_2_37:notes">
            <a:extLst>
              <a:ext uri="{FF2B5EF4-FFF2-40B4-BE49-F238E27FC236}">
                <a16:creationId xmlns:a16="http://schemas.microsoft.com/office/drawing/2014/main" id="{11C21496-BE85-CE6D-58CD-E7C8AD373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a9fa940987_2_37:notes">
            <a:extLst>
              <a:ext uri="{FF2B5EF4-FFF2-40B4-BE49-F238E27FC236}">
                <a16:creationId xmlns:a16="http://schemas.microsoft.com/office/drawing/2014/main" id="{D287C8F6-F8FB-2C93-1EBA-B571DD9671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535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BD6AB65A-AD38-3A7D-A9C3-B06321E7714D}"/>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ECF36D69-FA72-C5F0-F2F8-AFA8990C3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A0665C3A-9FF2-3808-0A3D-402C1149EA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28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0C9C19C9-0616-CE5F-5A1F-49071AD48905}"/>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C1B53721-1A1D-1E99-CF2C-90D9D744E4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58A65A9A-D0D7-0472-8130-2CCE691A8A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6048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2846FF76-6E45-E4C1-B235-272568BCAFA4}"/>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F85CD22D-F28D-27B2-4CDF-EAE77F1E88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254A4877-7E87-62A6-F37E-421896CF3B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7581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81FBCB8D-A90E-94E0-E698-FBC38156F225}"/>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920F7B89-1DB8-33C6-ABC2-EAB88C45CC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95F1CB05-67D7-D672-BC0B-87A1137A8F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681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328B35E9-D8D5-7BC0-738D-A1B425781895}"/>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069C35D7-0787-C78B-B995-6AC0F98569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E2FBABCD-0895-BF9A-08B5-AC9F93DA2E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195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7A296879-2DC9-06B2-00FE-C795F4C293B4}"/>
            </a:ext>
          </a:extLst>
        </p:cNvPr>
        <p:cNvGrpSpPr/>
        <p:nvPr/>
      </p:nvGrpSpPr>
      <p:grpSpPr>
        <a:xfrm>
          <a:off x="0" y="0"/>
          <a:ext cx="0" cy="0"/>
          <a:chOff x="0" y="0"/>
          <a:chExt cx="0" cy="0"/>
        </a:xfrm>
      </p:grpSpPr>
      <p:sp>
        <p:nvSpPr>
          <p:cNvPr id="211" name="Google Shape;211;ga9469d1f40_0_50:notes">
            <a:extLst>
              <a:ext uri="{FF2B5EF4-FFF2-40B4-BE49-F238E27FC236}">
                <a16:creationId xmlns:a16="http://schemas.microsoft.com/office/drawing/2014/main" id="{D887B3AE-67BC-1EF9-213E-AF5353B298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a9469d1f40_0_50:notes">
            <a:extLst>
              <a:ext uri="{FF2B5EF4-FFF2-40B4-BE49-F238E27FC236}">
                <a16:creationId xmlns:a16="http://schemas.microsoft.com/office/drawing/2014/main" id="{EE22238D-A759-4A70-D520-55A1BC9C6D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3326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DA5E8F6A-F75A-6710-2C84-68F816258AAE}"/>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8D3CBB27-90C5-56F2-9A86-661B55C97E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5898253C-4F60-6641-C156-682A5EA796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5987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6085CD96-7602-9BB7-82EB-811D49B55371}"/>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DE5999BE-80E7-3D8E-E421-19724E45AC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0C0E2D5E-CF4E-D5A3-4131-D8707992AC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17941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40AE81C6-9241-15F8-DCBF-9850686C8DEC}"/>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A468BB54-2207-BC40-01E9-2A222D31FA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46957900-6AE4-2E3F-076A-8A1E40A7A3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62437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6BEBD19F-D6D2-6485-B34D-E862709FEAFE}"/>
            </a:ext>
          </a:extLst>
        </p:cNvPr>
        <p:cNvGrpSpPr/>
        <p:nvPr/>
      </p:nvGrpSpPr>
      <p:grpSpPr>
        <a:xfrm>
          <a:off x="0" y="0"/>
          <a:ext cx="0" cy="0"/>
          <a:chOff x="0" y="0"/>
          <a:chExt cx="0" cy="0"/>
        </a:xfrm>
      </p:grpSpPr>
      <p:sp>
        <p:nvSpPr>
          <p:cNvPr id="226" name="Google Shape;226;ga9fa940987_1_24:notes">
            <a:extLst>
              <a:ext uri="{FF2B5EF4-FFF2-40B4-BE49-F238E27FC236}">
                <a16:creationId xmlns:a16="http://schemas.microsoft.com/office/drawing/2014/main" id="{63E50269-CF67-812D-5E2D-5E680345B1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9fa940987_1_24:notes">
            <a:extLst>
              <a:ext uri="{FF2B5EF4-FFF2-40B4-BE49-F238E27FC236}">
                <a16:creationId xmlns:a16="http://schemas.microsoft.com/office/drawing/2014/main" id="{2D4E2E0E-C1AA-C793-01AF-0A12F49D99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19844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a:extLst>
            <a:ext uri="{FF2B5EF4-FFF2-40B4-BE49-F238E27FC236}">
              <a16:creationId xmlns:a16="http://schemas.microsoft.com/office/drawing/2014/main" id="{4C220341-CF94-C677-C953-DF5649C58C70}"/>
            </a:ext>
          </a:extLst>
        </p:cNvPr>
        <p:cNvGrpSpPr/>
        <p:nvPr/>
      </p:nvGrpSpPr>
      <p:grpSpPr>
        <a:xfrm>
          <a:off x="0" y="0"/>
          <a:ext cx="0" cy="0"/>
          <a:chOff x="0" y="0"/>
          <a:chExt cx="0" cy="0"/>
        </a:xfrm>
      </p:grpSpPr>
      <p:sp>
        <p:nvSpPr>
          <p:cNvPr id="540" name="Google Shape;540;ga9fa940987_2_95:notes">
            <a:extLst>
              <a:ext uri="{FF2B5EF4-FFF2-40B4-BE49-F238E27FC236}">
                <a16:creationId xmlns:a16="http://schemas.microsoft.com/office/drawing/2014/main" id="{C310594E-7547-9955-422B-1E87B02B2E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a9fa940987_2_95:notes">
            <a:extLst>
              <a:ext uri="{FF2B5EF4-FFF2-40B4-BE49-F238E27FC236}">
                <a16:creationId xmlns:a16="http://schemas.microsoft.com/office/drawing/2014/main" id="{9EB6571A-377A-0EFD-44EE-3942A1515B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7732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a:extLst>
            <a:ext uri="{FF2B5EF4-FFF2-40B4-BE49-F238E27FC236}">
              <a16:creationId xmlns:a16="http://schemas.microsoft.com/office/drawing/2014/main" id="{272217FB-2F25-1173-61EB-BCF20AECD7A6}"/>
            </a:ext>
          </a:extLst>
        </p:cNvPr>
        <p:cNvGrpSpPr/>
        <p:nvPr/>
      </p:nvGrpSpPr>
      <p:grpSpPr>
        <a:xfrm>
          <a:off x="0" y="0"/>
          <a:ext cx="0" cy="0"/>
          <a:chOff x="0" y="0"/>
          <a:chExt cx="0" cy="0"/>
        </a:xfrm>
      </p:grpSpPr>
      <p:sp>
        <p:nvSpPr>
          <p:cNvPr id="540" name="Google Shape;540;ga9fa940987_2_95:notes">
            <a:extLst>
              <a:ext uri="{FF2B5EF4-FFF2-40B4-BE49-F238E27FC236}">
                <a16:creationId xmlns:a16="http://schemas.microsoft.com/office/drawing/2014/main" id="{6C109602-3EAC-EA61-E248-88D50A0706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a9fa940987_2_95:notes">
            <a:extLst>
              <a:ext uri="{FF2B5EF4-FFF2-40B4-BE49-F238E27FC236}">
                <a16:creationId xmlns:a16="http://schemas.microsoft.com/office/drawing/2014/main" id="{643E206B-D52F-EB41-F419-A7977F21A1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72742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a:extLst>
            <a:ext uri="{FF2B5EF4-FFF2-40B4-BE49-F238E27FC236}">
              <a16:creationId xmlns:a16="http://schemas.microsoft.com/office/drawing/2014/main" id="{98253754-8D37-165E-04A2-47216FC02A4F}"/>
            </a:ext>
          </a:extLst>
        </p:cNvPr>
        <p:cNvGrpSpPr/>
        <p:nvPr/>
      </p:nvGrpSpPr>
      <p:grpSpPr>
        <a:xfrm>
          <a:off x="0" y="0"/>
          <a:ext cx="0" cy="0"/>
          <a:chOff x="0" y="0"/>
          <a:chExt cx="0" cy="0"/>
        </a:xfrm>
      </p:grpSpPr>
      <p:sp>
        <p:nvSpPr>
          <p:cNvPr id="468" name="Google Shape;468;ga9fa940987_1_114:notes">
            <a:extLst>
              <a:ext uri="{FF2B5EF4-FFF2-40B4-BE49-F238E27FC236}">
                <a16:creationId xmlns:a16="http://schemas.microsoft.com/office/drawing/2014/main" id="{C5A2EA1C-827D-E9B9-639D-91DDD4A10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a9fa940987_1_114:notes">
            <a:extLst>
              <a:ext uri="{FF2B5EF4-FFF2-40B4-BE49-F238E27FC236}">
                <a16:creationId xmlns:a16="http://schemas.microsoft.com/office/drawing/2014/main" id="{FFA77BA3-5FFD-59FE-B979-18D0520E75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759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a9fa940987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a9fa940987_1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643858" y="1172225"/>
            <a:ext cx="6770700" cy="20526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5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643852" y="3261775"/>
            <a:ext cx="6770700" cy="557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47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ubTitle" idx="1"/>
          </p:nvPr>
        </p:nvSpPr>
        <p:spPr>
          <a:xfrm>
            <a:off x="3968275" y="3045375"/>
            <a:ext cx="4462500" cy="6780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4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5" name="Google Shape;15;p3"/>
          <p:cNvSpPr txBox="1">
            <a:spLocks noGrp="1"/>
          </p:cNvSpPr>
          <p:nvPr>
            <p:ph type="title" idx="2" hasCustomPrompt="1"/>
          </p:nvPr>
        </p:nvSpPr>
        <p:spPr>
          <a:xfrm>
            <a:off x="3968350" y="1262325"/>
            <a:ext cx="4462500" cy="1141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7200"/>
              <a:buNone/>
              <a:defRPr sz="7200">
                <a:solidFill>
                  <a:schemeClr val="dk2"/>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16" name="Google Shape;16;p3"/>
          <p:cNvSpPr/>
          <p:nvPr/>
        </p:nvSpPr>
        <p:spPr>
          <a:xfrm rot="10800000" flipH="1">
            <a:off x="1441925" y="25716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rot="10800000" flipH="1">
            <a:off x="2658125" y="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713225" y="2371675"/>
            <a:ext cx="2987100" cy="1279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43"/>
              </a:buClr>
              <a:buSzPts val="1400"/>
              <a:buFont typeface="Quicksand Medium"/>
              <a:buChar char=""/>
              <a:defRPr sz="1400">
                <a:solidFill>
                  <a:schemeClr val="dk1"/>
                </a:solidFill>
              </a:defRPr>
            </a:lvl1pPr>
            <a:lvl2pPr marL="914400" lvl="1" indent="-317500">
              <a:spcBef>
                <a:spcPts val="0"/>
              </a:spcBef>
              <a:spcAft>
                <a:spcPts val="0"/>
              </a:spcAft>
              <a:buClr>
                <a:srgbClr val="000043"/>
              </a:buClr>
              <a:buSzPts val="1400"/>
              <a:buFont typeface="Quicksand Medium"/>
              <a:buChar char="●"/>
              <a:defRPr sz="1200"/>
            </a:lvl2pPr>
            <a:lvl3pPr marL="1371600" lvl="2" indent="-317500">
              <a:spcBef>
                <a:spcPts val="1600"/>
              </a:spcBef>
              <a:spcAft>
                <a:spcPts val="0"/>
              </a:spcAft>
              <a:buClr>
                <a:srgbClr val="000043"/>
              </a:buClr>
              <a:buSzPts val="1400"/>
              <a:buFont typeface="Quicksand Medium"/>
              <a:buChar char="■"/>
              <a:defRPr sz="1200"/>
            </a:lvl3pPr>
            <a:lvl4pPr marL="1828800" lvl="3" indent="-317500">
              <a:spcBef>
                <a:spcPts val="1600"/>
              </a:spcBef>
              <a:spcAft>
                <a:spcPts val="0"/>
              </a:spcAft>
              <a:buClr>
                <a:srgbClr val="000043"/>
              </a:buClr>
              <a:buSzPts val="1400"/>
              <a:buFont typeface="Quicksand Medium"/>
              <a:buChar char="●"/>
              <a:defRPr sz="1200"/>
            </a:lvl4pPr>
            <a:lvl5pPr marL="2286000" lvl="4" indent="-317500">
              <a:spcBef>
                <a:spcPts val="1600"/>
              </a:spcBef>
              <a:spcAft>
                <a:spcPts val="0"/>
              </a:spcAft>
              <a:buClr>
                <a:srgbClr val="000043"/>
              </a:buClr>
              <a:buSzPts val="1400"/>
              <a:buFont typeface="Quicksand Medium"/>
              <a:buChar char="○"/>
              <a:defRPr sz="1200"/>
            </a:lvl5pPr>
            <a:lvl6pPr marL="2743200" lvl="5" indent="-317500">
              <a:spcBef>
                <a:spcPts val="1600"/>
              </a:spcBef>
              <a:spcAft>
                <a:spcPts val="0"/>
              </a:spcAft>
              <a:buClr>
                <a:srgbClr val="000043"/>
              </a:buClr>
              <a:buSzPts val="1400"/>
              <a:buFont typeface="Quicksand Medium"/>
              <a:buChar char="■"/>
              <a:defRPr sz="1200"/>
            </a:lvl6pPr>
            <a:lvl7pPr marL="3200400" lvl="6" indent="-317500">
              <a:spcBef>
                <a:spcPts val="1600"/>
              </a:spcBef>
              <a:spcAft>
                <a:spcPts val="0"/>
              </a:spcAft>
              <a:buClr>
                <a:srgbClr val="000043"/>
              </a:buClr>
              <a:buSzPts val="1400"/>
              <a:buFont typeface="Quicksand Medium"/>
              <a:buChar char="●"/>
              <a:defRPr sz="1200"/>
            </a:lvl7pPr>
            <a:lvl8pPr marL="3657600" lvl="7" indent="-317500">
              <a:spcBef>
                <a:spcPts val="1600"/>
              </a:spcBef>
              <a:spcAft>
                <a:spcPts val="0"/>
              </a:spcAft>
              <a:buClr>
                <a:srgbClr val="000043"/>
              </a:buClr>
              <a:buSzPts val="1400"/>
              <a:buFont typeface="Quicksand Medium"/>
              <a:buChar char="○"/>
              <a:defRPr sz="1200"/>
            </a:lvl8pPr>
            <a:lvl9pPr marL="4114800" lvl="8" indent="-317500">
              <a:spcBef>
                <a:spcPts val="1600"/>
              </a:spcBef>
              <a:spcAft>
                <a:spcPts val="1600"/>
              </a:spcAft>
              <a:buClr>
                <a:srgbClr val="000043"/>
              </a:buClr>
              <a:buSzPts val="1400"/>
              <a:buFont typeface="Quicksand Medium"/>
              <a:buChar char="■"/>
              <a:defRPr sz="1200"/>
            </a:lvl9pPr>
          </a:lstStyle>
          <a:p>
            <a:endParaRPr/>
          </a:p>
        </p:txBody>
      </p:sp>
      <p:sp>
        <p:nvSpPr>
          <p:cNvPr id="24" name="Google Shape;24;p5"/>
          <p:cNvSpPr txBox="1">
            <a:spLocks noGrp="1"/>
          </p:cNvSpPr>
          <p:nvPr>
            <p:ph type="body" idx="2"/>
          </p:nvPr>
        </p:nvSpPr>
        <p:spPr>
          <a:xfrm>
            <a:off x="3962400" y="2371675"/>
            <a:ext cx="2987100" cy="1279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43"/>
              </a:buClr>
              <a:buSzPts val="1400"/>
              <a:buFont typeface="Quicksand Medium"/>
              <a:buChar char=""/>
              <a:defRPr sz="1400">
                <a:solidFill>
                  <a:schemeClr val="dk1"/>
                </a:solidFill>
              </a:defRPr>
            </a:lvl1pPr>
            <a:lvl2pPr marL="914400" lvl="1" indent="-317500">
              <a:spcBef>
                <a:spcPts val="0"/>
              </a:spcBef>
              <a:spcAft>
                <a:spcPts val="0"/>
              </a:spcAft>
              <a:buClr>
                <a:srgbClr val="000043"/>
              </a:buClr>
              <a:buSzPts val="1400"/>
              <a:buFont typeface="Quicksand Medium"/>
              <a:buChar char="●"/>
              <a:defRPr sz="1200"/>
            </a:lvl2pPr>
            <a:lvl3pPr marL="1371600" lvl="2" indent="-317500">
              <a:spcBef>
                <a:spcPts val="1600"/>
              </a:spcBef>
              <a:spcAft>
                <a:spcPts val="0"/>
              </a:spcAft>
              <a:buClr>
                <a:srgbClr val="000043"/>
              </a:buClr>
              <a:buSzPts val="1400"/>
              <a:buFont typeface="Quicksand Medium"/>
              <a:buChar char="■"/>
              <a:defRPr sz="1200"/>
            </a:lvl3pPr>
            <a:lvl4pPr marL="1828800" lvl="3" indent="-317500">
              <a:spcBef>
                <a:spcPts val="1600"/>
              </a:spcBef>
              <a:spcAft>
                <a:spcPts val="0"/>
              </a:spcAft>
              <a:buClr>
                <a:srgbClr val="000043"/>
              </a:buClr>
              <a:buSzPts val="1400"/>
              <a:buFont typeface="Quicksand Medium"/>
              <a:buChar char="●"/>
              <a:defRPr sz="1200"/>
            </a:lvl4pPr>
            <a:lvl5pPr marL="2286000" lvl="4" indent="-317500">
              <a:spcBef>
                <a:spcPts val="1600"/>
              </a:spcBef>
              <a:spcAft>
                <a:spcPts val="0"/>
              </a:spcAft>
              <a:buClr>
                <a:srgbClr val="000043"/>
              </a:buClr>
              <a:buSzPts val="1400"/>
              <a:buFont typeface="Quicksand Medium"/>
              <a:buChar char="○"/>
              <a:defRPr sz="1200"/>
            </a:lvl5pPr>
            <a:lvl6pPr marL="2743200" lvl="5" indent="-317500">
              <a:spcBef>
                <a:spcPts val="1600"/>
              </a:spcBef>
              <a:spcAft>
                <a:spcPts val="0"/>
              </a:spcAft>
              <a:buClr>
                <a:srgbClr val="000043"/>
              </a:buClr>
              <a:buSzPts val="1400"/>
              <a:buFont typeface="Quicksand Medium"/>
              <a:buChar char="■"/>
              <a:defRPr sz="1200"/>
            </a:lvl6pPr>
            <a:lvl7pPr marL="3200400" lvl="6" indent="-317500">
              <a:spcBef>
                <a:spcPts val="1600"/>
              </a:spcBef>
              <a:spcAft>
                <a:spcPts val="0"/>
              </a:spcAft>
              <a:buClr>
                <a:srgbClr val="000043"/>
              </a:buClr>
              <a:buSzPts val="1400"/>
              <a:buFont typeface="Quicksand Medium"/>
              <a:buChar char="●"/>
              <a:defRPr sz="1200"/>
            </a:lvl7pPr>
            <a:lvl8pPr marL="3657600" lvl="7" indent="-317500">
              <a:spcBef>
                <a:spcPts val="1600"/>
              </a:spcBef>
              <a:spcAft>
                <a:spcPts val="0"/>
              </a:spcAft>
              <a:buClr>
                <a:srgbClr val="000043"/>
              </a:buClr>
              <a:buSzPts val="1400"/>
              <a:buFont typeface="Quicksand Medium"/>
              <a:buChar char="○"/>
              <a:defRPr sz="1200"/>
            </a:lvl8pPr>
            <a:lvl9pPr marL="4114800" lvl="8" indent="-317500">
              <a:spcBef>
                <a:spcPts val="1600"/>
              </a:spcBef>
              <a:spcAft>
                <a:spcPts val="1600"/>
              </a:spcAft>
              <a:buClr>
                <a:srgbClr val="000043"/>
              </a:buClr>
              <a:buSzPts val="1400"/>
              <a:buFont typeface="Quicksand Medium"/>
              <a:buChar char="■"/>
              <a:defRPr sz="1200"/>
            </a:lvl9pPr>
          </a:lstStyle>
          <a:p>
            <a:endParaRPr/>
          </a:p>
        </p:txBody>
      </p:sp>
      <p:sp>
        <p:nvSpPr>
          <p:cNvPr id="25" name="Google Shape;25;p5"/>
          <p:cNvSpPr txBox="1">
            <a:spLocks noGrp="1"/>
          </p:cNvSpPr>
          <p:nvPr>
            <p:ph type="subTitle" idx="3"/>
          </p:nvPr>
        </p:nvSpPr>
        <p:spPr>
          <a:xfrm>
            <a:off x="713225" y="1925800"/>
            <a:ext cx="2987100" cy="470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800"/>
              <a:buNone/>
              <a:defRPr b="1">
                <a:solidFill>
                  <a:schemeClr val="accen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26" name="Google Shape;26;p5"/>
          <p:cNvSpPr txBox="1">
            <a:spLocks noGrp="1"/>
          </p:cNvSpPr>
          <p:nvPr>
            <p:ph type="subTitle" idx="4"/>
          </p:nvPr>
        </p:nvSpPr>
        <p:spPr>
          <a:xfrm>
            <a:off x="3962400" y="1925800"/>
            <a:ext cx="2987100" cy="47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800"/>
              <a:buNone/>
              <a:defRPr b="1">
                <a:solidFill>
                  <a:schemeClr val="accen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7" name="Google Shape;27;p5"/>
          <p:cNvSpPr/>
          <p:nvPr/>
        </p:nvSpPr>
        <p:spPr>
          <a:xfrm>
            <a:off x="7520700" y="20511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p:nvPr/>
        </p:nvSpPr>
        <p:spPr>
          <a:xfrm>
            <a:off x="6304500" y="0"/>
            <a:ext cx="1216200" cy="205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156525" y="1340400"/>
            <a:ext cx="42321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solidFill>
                  <a:schemeClr val="accen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1156525" y="2096100"/>
            <a:ext cx="4232100" cy="2011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400">
                <a:solidFill>
                  <a:schemeClr val="accent2"/>
                </a:solidFill>
              </a:defRPr>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7"/>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713225" y="1170000"/>
            <a:ext cx="5533200" cy="28035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74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9" name="Google Shape;39;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sp>
        <p:nvSpPr>
          <p:cNvPr id="40" name="Google Shape;40;p8"/>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8"/>
          <p:cNvSpPr/>
          <p:nvPr/>
        </p:nvSpPr>
        <p:spPr>
          <a:xfrm>
            <a:off x="7951325" y="2571750"/>
            <a:ext cx="1216200" cy="134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8">
    <p:spTree>
      <p:nvGrpSpPr>
        <p:cNvPr id="1" name="Shape 56"/>
        <p:cNvGrpSpPr/>
        <p:nvPr/>
      </p:nvGrpSpPr>
      <p:grpSpPr>
        <a:xfrm>
          <a:off x="0" y="0"/>
          <a:ext cx="0" cy="0"/>
          <a:chOff x="0" y="0"/>
          <a:chExt cx="0" cy="0"/>
        </a:xfrm>
      </p:grpSpPr>
      <p:sp>
        <p:nvSpPr>
          <p:cNvPr id="57" name="Google Shape;57;p13"/>
          <p:cNvSpPr txBox="1">
            <a:spLocks noGrp="1"/>
          </p:cNvSpPr>
          <p:nvPr>
            <p:ph type="title"/>
          </p:nvPr>
        </p:nvSpPr>
        <p:spPr>
          <a:xfrm>
            <a:off x="2683950" y="3273525"/>
            <a:ext cx="57573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sz="1800" b="1">
                <a:solidFill>
                  <a:schemeClr val="accent1"/>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13"/>
          <p:cNvSpPr txBox="1">
            <a:spLocks noGrp="1"/>
          </p:cNvSpPr>
          <p:nvPr>
            <p:ph type="subTitle" idx="1"/>
          </p:nvPr>
        </p:nvSpPr>
        <p:spPr>
          <a:xfrm flipH="1">
            <a:off x="2684000" y="1247225"/>
            <a:ext cx="5757300" cy="185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Font typeface="Didact Gothic"/>
              <a:buNone/>
              <a:defRPr sz="2800">
                <a:latin typeface="Montserrat SemiBold"/>
                <a:ea typeface="Montserrat SemiBold"/>
                <a:cs typeface="Montserrat SemiBold"/>
                <a:sym typeface="Montserrat SemiBol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 name="Google Shape;59;p13"/>
          <p:cNvSpPr/>
          <p:nvPr/>
        </p:nvSpPr>
        <p:spPr>
          <a:xfrm rot="10800000" flipH="1">
            <a:off x="1216200" y="2571750"/>
            <a:ext cx="1216200" cy="257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rot="10800000" flipH="1">
            <a:off x="0" y="1061825"/>
            <a:ext cx="1216200" cy="150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63" name="Google Shape;63;p14"/>
          <p:cNvSpPr txBox="1">
            <a:spLocks noGrp="1"/>
          </p:cNvSpPr>
          <p:nvPr>
            <p:ph type="ctrTitle" idx="2"/>
          </p:nvPr>
        </p:nvSpPr>
        <p:spPr>
          <a:xfrm>
            <a:off x="2310350" y="1446813"/>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4" name="Google Shape;64;p14"/>
          <p:cNvSpPr txBox="1">
            <a:spLocks noGrp="1"/>
          </p:cNvSpPr>
          <p:nvPr>
            <p:ph type="title" idx="3" hasCustomPrompt="1"/>
          </p:nvPr>
        </p:nvSpPr>
        <p:spPr>
          <a:xfrm>
            <a:off x="717800" y="1521025"/>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65" name="Google Shape;65;p14"/>
          <p:cNvSpPr txBox="1">
            <a:spLocks noGrp="1"/>
          </p:cNvSpPr>
          <p:nvPr>
            <p:ph type="subTitle" idx="1"/>
          </p:nvPr>
        </p:nvSpPr>
        <p:spPr>
          <a:xfrm>
            <a:off x="2310350" y="185887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6" name="Google Shape;66;p14"/>
          <p:cNvSpPr txBox="1">
            <a:spLocks noGrp="1"/>
          </p:cNvSpPr>
          <p:nvPr>
            <p:ph type="ctrTitle" idx="4"/>
          </p:nvPr>
        </p:nvSpPr>
        <p:spPr>
          <a:xfrm>
            <a:off x="6233050" y="1446813"/>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7" name="Google Shape;67;p14"/>
          <p:cNvSpPr txBox="1">
            <a:spLocks noGrp="1"/>
          </p:cNvSpPr>
          <p:nvPr>
            <p:ph type="title" idx="5" hasCustomPrompt="1"/>
          </p:nvPr>
        </p:nvSpPr>
        <p:spPr>
          <a:xfrm>
            <a:off x="4686400" y="1521025"/>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68" name="Google Shape;68;p14"/>
          <p:cNvSpPr txBox="1">
            <a:spLocks noGrp="1"/>
          </p:cNvSpPr>
          <p:nvPr>
            <p:ph type="subTitle" idx="6"/>
          </p:nvPr>
        </p:nvSpPr>
        <p:spPr>
          <a:xfrm>
            <a:off x="6275800" y="1858878"/>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9" name="Google Shape;69;p14"/>
          <p:cNvSpPr txBox="1">
            <a:spLocks noGrp="1"/>
          </p:cNvSpPr>
          <p:nvPr>
            <p:ph type="ctrTitle" idx="7"/>
          </p:nvPr>
        </p:nvSpPr>
        <p:spPr>
          <a:xfrm>
            <a:off x="2310350" y="2868777"/>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70" name="Google Shape;70;p14"/>
          <p:cNvSpPr txBox="1">
            <a:spLocks noGrp="1"/>
          </p:cNvSpPr>
          <p:nvPr>
            <p:ph type="title" idx="8" hasCustomPrompt="1"/>
          </p:nvPr>
        </p:nvSpPr>
        <p:spPr>
          <a:xfrm>
            <a:off x="717800" y="2960450"/>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71" name="Google Shape;71;p14"/>
          <p:cNvSpPr txBox="1">
            <a:spLocks noGrp="1"/>
          </p:cNvSpPr>
          <p:nvPr>
            <p:ph type="subTitle" idx="9"/>
          </p:nvPr>
        </p:nvSpPr>
        <p:spPr>
          <a:xfrm>
            <a:off x="2310350" y="329832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72" name="Google Shape;72;p14"/>
          <p:cNvSpPr txBox="1">
            <a:spLocks noGrp="1"/>
          </p:cNvSpPr>
          <p:nvPr>
            <p:ph type="ctrTitle" idx="13"/>
          </p:nvPr>
        </p:nvSpPr>
        <p:spPr>
          <a:xfrm>
            <a:off x="6275650" y="2868775"/>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73" name="Google Shape;73;p14"/>
          <p:cNvSpPr txBox="1">
            <a:spLocks noGrp="1"/>
          </p:cNvSpPr>
          <p:nvPr>
            <p:ph type="title" idx="14" hasCustomPrompt="1"/>
          </p:nvPr>
        </p:nvSpPr>
        <p:spPr>
          <a:xfrm>
            <a:off x="4686400" y="2960450"/>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74" name="Google Shape;74;p14"/>
          <p:cNvSpPr txBox="1">
            <a:spLocks noGrp="1"/>
          </p:cNvSpPr>
          <p:nvPr>
            <p:ph type="subTitle" idx="15"/>
          </p:nvPr>
        </p:nvSpPr>
        <p:spPr>
          <a:xfrm>
            <a:off x="6275800" y="329832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75" name="Google Shape;75;p14"/>
          <p:cNvSpPr/>
          <p:nvPr/>
        </p:nvSpPr>
        <p:spPr>
          <a:xfrm>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p:nvPr/>
        </p:nvSpPr>
        <p:spPr>
          <a:xfrm>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94" name="Google Shape;94;p17"/>
          <p:cNvSpPr txBox="1">
            <a:spLocks noGrp="1"/>
          </p:cNvSpPr>
          <p:nvPr>
            <p:ph type="subTitle" idx="1"/>
          </p:nvPr>
        </p:nvSpPr>
        <p:spPr>
          <a:xfrm>
            <a:off x="7881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5" name="Google Shape;95;p17"/>
          <p:cNvSpPr txBox="1">
            <a:spLocks noGrp="1"/>
          </p:cNvSpPr>
          <p:nvPr>
            <p:ph type="subTitle" idx="2"/>
          </p:nvPr>
        </p:nvSpPr>
        <p:spPr>
          <a:xfrm>
            <a:off x="7881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96" name="Google Shape;96;p17"/>
          <p:cNvSpPr txBox="1">
            <a:spLocks noGrp="1"/>
          </p:cNvSpPr>
          <p:nvPr>
            <p:ph type="subTitle" idx="3"/>
          </p:nvPr>
        </p:nvSpPr>
        <p:spPr>
          <a:xfrm>
            <a:off x="344115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7" name="Google Shape;97;p17"/>
          <p:cNvSpPr txBox="1">
            <a:spLocks noGrp="1"/>
          </p:cNvSpPr>
          <p:nvPr>
            <p:ph type="subTitle" idx="4"/>
          </p:nvPr>
        </p:nvSpPr>
        <p:spPr>
          <a:xfrm>
            <a:off x="344115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98" name="Google Shape;98;p17"/>
          <p:cNvSpPr txBox="1">
            <a:spLocks noGrp="1"/>
          </p:cNvSpPr>
          <p:nvPr>
            <p:ph type="subTitle" idx="5"/>
          </p:nvPr>
        </p:nvSpPr>
        <p:spPr>
          <a:xfrm>
            <a:off x="60942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99" name="Google Shape;99;p17"/>
          <p:cNvSpPr txBox="1">
            <a:spLocks noGrp="1"/>
          </p:cNvSpPr>
          <p:nvPr>
            <p:ph type="subTitle" idx="6"/>
          </p:nvPr>
        </p:nvSpPr>
        <p:spPr>
          <a:xfrm>
            <a:off x="60942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100" name="Google Shape;100;p17"/>
          <p:cNvSpPr/>
          <p:nvPr/>
        </p:nvSpPr>
        <p:spPr>
          <a:xfrm flipH="1">
            <a:off x="457200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7"/>
          <p:cNvSpPr/>
          <p:nvPr/>
        </p:nvSpPr>
        <p:spPr>
          <a:xfrm flipH="1">
            <a:off x="5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1">
  <p:cSld name="CUSTOM_6">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3984975" y="1495800"/>
            <a:ext cx="4055400" cy="7230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8" name="Google Shape;128;p20"/>
          <p:cNvSpPr txBox="1">
            <a:spLocks noGrp="1"/>
          </p:cNvSpPr>
          <p:nvPr>
            <p:ph type="subTitle" idx="1"/>
          </p:nvPr>
        </p:nvSpPr>
        <p:spPr>
          <a:xfrm>
            <a:off x="3994375" y="2142600"/>
            <a:ext cx="4055400" cy="15051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dk1"/>
              </a:buClr>
              <a:buSzPts val="1400"/>
              <a:buNone/>
              <a:defRPr sz="14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29" name="Google Shape;129;p20"/>
          <p:cNvSpPr/>
          <p:nvPr/>
        </p:nvSpPr>
        <p:spPr>
          <a:xfrm rot="10800000" flipH="1">
            <a:off x="0" y="2571825"/>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0"/>
          <p:cNvSpPr/>
          <p:nvPr/>
        </p:nvSpPr>
        <p:spPr>
          <a:xfrm rot="10800000" flipH="1">
            <a:off x="1219200" y="1247175"/>
            <a:ext cx="1216200" cy="1324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717800" y="383175"/>
            <a:ext cx="7708200" cy="936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40" name="Google Shape;140;p23"/>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3"/>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CUSTOM_11">
    <p:spTree>
      <p:nvGrpSpPr>
        <p:cNvPr id="1" name="Shape 146"/>
        <p:cNvGrpSpPr/>
        <p:nvPr/>
      </p:nvGrpSpPr>
      <p:grpSpPr>
        <a:xfrm>
          <a:off x="0" y="0"/>
          <a:ext cx="0" cy="0"/>
          <a:chOff x="0" y="0"/>
          <a:chExt cx="0" cy="0"/>
        </a:xfrm>
      </p:grpSpPr>
      <p:sp>
        <p:nvSpPr>
          <p:cNvPr id="147" name="Google Shape;147;p25"/>
          <p:cNvSpPr txBox="1">
            <a:spLocks noGrp="1"/>
          </p:cNvSpPr>
          <p:nvPr>
            <p:ph type="title" hasCustomPrompt="1"/>
          </p:nvPr>
        </p:nvSpPr>
        <p:spPr>
          <a:xfrm>
            <a:off x="750975" y="2819150"/>
            <a:ext cx="2164200" cy="64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3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148" name="Google Shape;148;p25"/>
          <p:cNvSpPr txBox="1">
            <a:spLocks noGrp="1"/>
          </p:cNvSpPr>
          <p:nvPr>
            <p:ph type="subTitle" idx="1"/>
          </p:nvPr>
        </p:nvSpPr>
        <p:spPr>
          <a:xfrm>
            <a:off x="750975" y="3390050"/>
            <a:ext cx="2164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800"/>
              <a:buNone/>
              <a:defRPr sz="1400">
                <a:solidFill>
                  <a:schemeClr val="dk1"/>
                </a:solidFill>
              </a:defRPr>
            </a:lvl1pPr>
            <a:lvl2pPr lvl="1" algn="r" rtl="0">
              <a:spcBef>
                <a:spcPts val="1600"/>
              </a:spcBef>
              <a:spcAft>
                <a:spcPts val="0"/>
              </a:spcAft>
              <a:buClr>
                <a:schemeClr val="dk1"/>
              </a:buClr>
              <a:buSzPts val="2000"/>
              <a:buNone/>
              <a:defRPr sz="2000">
                <a:solidFill>
                  <a:schemeClr val="dk1"/>
                </a:solidFill>
              </a:defRPr>
            </a:lvl2pPr>
            <a:lvl3pPr lvl="2" algn="r" rtl="0">
              <a:spcBef>
                <a:spcPts val="1600"/>
              </a:spcBef>
              <a:spcAft>
                <a:spcPts val="0"/>
              </a:spcAft>
              <a:buClr>
                <a:schemeClr val="dk1"/>
              </a:buClr>
              <a:buSzPts val="2000"/>
              <a:buNone/>
              <a:defRPr sz="2000">
                <a:solidFill>
                  <a:schemeClr val="dk1"/>
                </a:solidFill>
              </a:defRPr>
            </a:lvl3pPr>
            <a:lvl4pPr lvl="3" algn="r" rtl="0">
              <a:spcBef>
                <a:spcPts val="1600"/>
              </a:spcBef>
              <a:spcAft>
                <a:spcPts val="0"/>
              </a:spcAft>
              <a:buClr>
                <a:schemeClr val="dk1"/>
              </a:buClr>
              <a:buSzPts val="2000"/>
              <a:buNone/>
              <a:defRPr sz="2000">
                <a:solidFill>
                  <a:schemeClr val="dk1"/>
                </a:solidFill>
              </a:defRPr>
            </a:lvl4pPr>
            <a:lvl5pPr lvl="4" algn="r" rtl="0">
              <a:spcBef>
                <a:spcPts val="1600"/>
              </a:spcBef>
              <a:spcAft>
                <a:spcPts val="0"/>
              </a:spcAft>
              <a:buClr>
                <a:schemeClr val="dk1"/>
              </a:buClr>
              <a:buSzPts val="2000"/>
              <a:buNone/>
              <a:defRPr sz="2000">
                <a:solidFill>
                  <a:schemeClr val="dk1"/>
                </a:solidFill>
              </a:defRPr>
            </a:lvl5pPr>
            <a:lvl6pPr lvl="5" algn="r" rtl="0">
              <a:spcBef>
                <a:spcPts val="1600"/>
              </a:spcBef>
              <a:spcAft>
                <a:spcPts val="0"/>
              </a:spcAft>
              <a:buClr>
                <a:schemeClr val="dk1"/>
              </a:buClr>
              <a:buSzPts val="2000"/>
              <a:buNone/>
              <a:defRPr sz="2000">
                <a:solidFill>
                  <a:schemeClr val="dk1"/>
                </a:solidFill>
              </a:defRPr>
            </a:lvl6pPr>
            <a:lvl7pPr lvl="6" algn="r" rtl="0">
              <a:spcBef>
                <a:spcPts val="1600"/>
              </a:spcBef>
              <a:spcAft>
                <a:spcPts val="0"/>
              </a:spcAft>
              <a:buClr>
                <a:schemeClr val="dk1"/>
              </a:buClr>
              <a:buSzPts val="2000"/>
              <a:buNone/>
              <a:defRPr sz="2000">
                <a:solidFill>
                  <a:schemeClr val="dk1"/>
                </a:solidFill>
              </a:defRPr>
            </a:lvl7pPr>
            <a:lvl8pPr lvl="7" algn="r" rtl="0">
              <a:spcBef>
                <a:spcPts val="1600"/>
              </a:spcBef>
              <a:spcAft>
                <a:spcPts val="0"/>
              </a:spcAft>
              <a:buClr>
                <a:schemeClr val="dk1"/>
              </a:buClr>
              <a:buSzPts val="2000"/>
              <a:buNone/>
              <a:defRPr sz="2000">
                <a:solidFill>
                  <a:schemeClr val="dk1"/>
                </a:solidFill>
              </a:defRPr>
            </a:lvl8pPr>
            <a:lvl9pPr lvl="8" algn="r" rtl="0">
              <a:spcBef>
                <a:spcPts val="1600"/>
              </a:spcBef>
              <a:spcAft>
                <a:spcPts val="1600"/>
              </a:spcAft>
              <a:buClr>
                <a:schemeClr val="dk1"/>
              </a:buClr>
              <a:buSzPts val="2000"/>
              <a:buNone/>
              <a:defRPr sz="2000">
                <a:solidFill>
                  <a:schemeClr val="dk1"/>
                </a:solidFill>
              </a:defRPr>
            </a:lvl9pPr>
          </a:lstStyle>
          <a:p>
            <a:endParaRPr/>
          </a:p>
        </p:txBody>
      </p:sp>
      <p:sp>
        <p:nvSpPr>
          <p:cNvPr id="149" name="Google Shape;149;p25"/>
          <p:cNvSpPr txBox="1">
            <a:spLocks noGrp="1"/>
          </p:cNvSpPr>
          <p:nvPr>
            <p:ph type="title" idx="2" hasCustomPrompt="1"/>
          </p:nvPr>
        </p:nvSpPr>
        <p:spPr>
          <a:xfrm>
            <a:off x="3508587" y="2819150"/>
            <a:ext cx="2164200" cy="64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3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150" name="Google Shape;150;p25"/>
          <p:cNvSpPr txBox="1">
            <a:spLocks noGrp="1"/>
          </p:cNvSpPr>
          <p:nvPr>
            <p:ph type="subTitle" idx="3"/>
          </p:nvPr>
        </p:nvSpPr>
        <p:spPr>
          <a:xfrm>
            <a:off x="3508587" y="3390050"/>
            <a:ext cx="2164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800"/>
              <a:buNone/>
              <a:defRPr sz="1400">
                <a:solidFill>
                  <a:schemeClr val="dk1"/>
                </a:solidFill>
              </a:defRPr>
            </a:lvl1pPr>
            <a:lvl2pPr lvl="1" algn="r" rtl="0">
              <a:spcBef>
                <a:spcPts val="1600"/>
              </a:spcBef>
              <a:spcAft>
                <a:spcPts val="0"/>
              </a:spcAft>
              <a:buClr>
                <a:schemeClr val="dk1"/>
              </a:buClr>
              <a:buSzPts val="2000"/>
              <a:buNone/>
              <a:defRPr sz="2000">
                <a:solidFill>
                  <a:schemeClr val="dk1"/>
                </a:solidFill>
              </a:defRPr>
            </a:lvl2pPr>
            <a:lvl3pPr lvl="2" algn="r" rtl="0">
              <a:spcBef>
                <a:spcPts val="1600"/>
              </a:spcBef>
              <a:spcAft>
                <a:spcPts val="0"/>
              </a:spcAft>
              <a:buClr>
                <a:schemeClr val="dk1"/>
              </a:buClr>
              <a:buSzPts val="2000"/>
              <a:buNone/>
              <a:defRPr sz="2000">
                <a:solidFill>
                  <a:schemeClr val="dk1"/>
                </a:solidFill>
              </a:defRPr>
            </a:lvl3pPr>
            <a:lvl4pPr lvl="3" algn="r" rtl="0">
              <a:spcBef>
                <a:spcPts val="1600"/>
              </a:spcBef>
              <a:spcAft>
                <a:spcPts val="0"/>
              </a:spcAft>
              <a:buClr>
                <a:schemeClr val="dk1"/>
              </a:buClr>
              <a:buSzPts val="2000"/>
              <a:buNone/>
              <a:defRPr sz="2000">
                <a:solidFill>
                  <a:schemeClr val="dk1"/>
                </a:solidFill>
              </a:defRPr>
            </a:lvl4pPr>
            <a:lvl5pPr lvl="4" algn="r" rtl="0">
              <a:spcBef>
                <a:spcPts val="1600"/>
              </a:spcBef>
              <a:spcAft>
                <a:spcPts val="0"/>
              </a:spcAft>
              <a:buClr>
                <a:schemeClr val="dk1"/>
              </a:buClr>
              <a:buSzPts val="2000"/>
              <a:buNone/>
              <a:defRPr sz="2000">
                <a:solidFill>
                  <a:schemeClr val="dk1"/>
                </a:solidFill>
              </a:defRPr>
            </a:lvl5pPr>
            <a:lvl6pPr lvl="5" algn="r" rtl="0">
              <a:spcBef>
                <a:spcPts val="1600"/>
              </a:spcBef>
              <a:spcAft>
                <a:spcPts val="0"/>
              </a:spcAft>
              <a:buClr>
                <a:schemeClr val="dk1"/>
              </a:buClr>
              <a:buSzPts val="2000"/>
              <a:buNone/>
              <a:defRPr sz="2000">
                <a:solidFill>
                  <a:schemeClr val="dk1"/>
                </a:solidFill>
              </a:defRPr>
            </a:lvl6pPr>
            <a:lvl7pPr lvl="6" algn="r" rtl="0">
              <a:spcBef>
                <a:spcPts val="1600"/>
              </a:spcBef>
              <a:spcAft>
                <a:spcPts val="0"/>
              </a:spcAft>
              <a:buClr>
                <a:schemeClr val="dk1"/>
              </a:buClr>
              <a:buSzPts val="2000"/>
              <a:buNone/>
              <a:defRPr sz="2000">
                <a:solidFill>
                  <a:schemeClr val="dk1"/>
                </a:solidFill>
              </a:defRPr>
            </a:lvl7pPr>
            <a:lvl8pPr lvl="7" algn="r" rtl="0">
              <a:spcBef>
                <a:spcPts val="1600"/>
              </a:spcBef>
              <a:spcAft>
                <a:spcPts val="0"/>
              </a:spcAft>
              <a:buClr>
                <a:schemeClr val="dk1"/>
              </a:buClr>
              <a:buSzPts val="2000"/>
              <a:buNone/>
              <a:defRPr sz="2000">
                <a:solidFill>
                  <a:schemeClr val="dk1"/>
                </a:solidFill>
              </a:defRPr>
            </a:lvl8pPr>
            <a:lvl9pPr lvl="8" algn="r" rtl="0">
              <a:spcBef>
                <a:spcPts val="1600"/>
              </a:spcBef>
              <a:spcAft>
                <a:spcPts val="1600"/>
              </a:spcAft>
              <a:buClr>
                <a:schemeClr val="dk1"/>
              </a:buClr>
              <a:buSzPts val="2000"/>
              <a:buNone/>
              <a:defRPr sz="2000">
                <a:solidFill>
                  <a:schemeClr val="dk1"/>
                </a:solidFill>
              </a:defRPr>
            </a:lvl9pPr>
          </a:lstStyle>
          <a:p>
            <a:endParaRPr/>
          </a:p>
        </p:txBody>
      </p:sp>
      <p:sp>
        <p:nvSpPr>
          <p:cNvPr id="151" name="Google Shape;151;p25"/>
          <p:cNvSpPr txBox="1">
            <a:spLocks noGrp="1"/>
          </p:cNvSpPr>
          <p:nvPr>
            <p:ph type="title" idx="4"/>
          </p:nvPr>
        </p:nvSpPr>
        <p:spPr>
          <a:xfrm>
            <a:off x="717800" y="383175"/>
            <a:ext cx="7708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52" name="Google Shape;152;p25"/>
          <p:cNvSpPr txBox="1">
            <a:spLocks noGrp="1"/>
          </p:cNvSpPr>
          <p:nvPr>
            <p:ph type="title" idx="5" hasCustomPrompt="1"/>
          </p:nvPr>
        </p:nvSpPr>
        <p:spPr>
          <a:xfrm>
            <a:off x="6216100" y="2819150"/>
            <a:ext cx="2164200" cy="64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3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153" name="Google Shape;153;p25"/>
          <p:cNvSpPr txBox="1">
            <a:spLocks noGrp="1"/>
          </p:cNvSpPr>
          <p:nvPr>
            <p:ph type="subTitle" idx="6"/>
          </p:nvPr>
        </p:nvSpPr>
        <p:spPr>
          <a:xfrm>
            <a:off x="6216100" y="3390050"/>
            <a:ext cx="2164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800"/>
              <a:buNone/>
              <a:defRPr sz="1400">
                <a:solidFill>
                  <a:schemeClr val="dk1"/>
                </a:solidFill>
              </a:defRPr>
            </a:lvl1pPr>
            <a:lvl2pPr lvl="1" algn="r" rtl="0">
              <a:spcBef>
                <a:spcPts val="1600"/>
              </a:spcBef>
              <a:spcAft>
                <a:spcPts val="0"/>
              </a:spcAft>
              <a:buClr>
                <a:schemeClr val="dk1"/>
              </a:buClr>
              <a:buSzPts val="2000"/>
              <a:buNone/>
              <a:defRPr sz="2000">
                <a:solidFill>
                  <a:schemeClr val="dk1"/>
                </a:solidFill>
              </a:defRPr>
            </a:lvl2pPr>
            <a:lvl3pPr lvl="2" algn="r" rtl="0">
              <a:spcBef>
                <a:spcPts val="1600"/>
              </a:spcBef>
              <a:spcAft>
                <a:spcPts val="0"/>
              </a:spcAft>
              <a:buClr>
                <a:schemeClr val="dk1"/>
              </a:buClr>
              <a:buSzPts val="2000"/>
              <a:buNone/>
              <a:defRPr sz="2000">
                <a:solidFill>
                  <a:schemeClr val="dk1"/>
                </a:solidFill>
              </a:defRPr>
            </a:lvl3pPr>
            <a:lvl4pPr lvl="3" algn="r" rtl="0">
              <a:spcBef>
                <a:spcPts val="1600"/>
              </a:spcBef>
              <a:spcAft>
                <a:spcPts val="0"/>
              </a:spcAft>
              <a:buClr>
                <a:schemeClr val="dk1"/>
              </a:buClr>
              <a:buSzPts val="2000"/>
              <a:buNone/>
              <a:defRPr sz="2000">
                <a:solidFill>
                  <a:schemeClr val="dk1"/>
                </a:solidFill>
              </a:defRPr>
            </a:lvl4pPr>
            <a:lvl5pPr lvl="4" algn="r" rtl="0">
              <a:spcBef>
                <a:spcPts val="1600"/>
              </a:spcBef>
              <a:spcAft>
                <a:spcPts val="0"/>
              </a:spcAft>
              <a:buClr>
                <a:schemeClr val="dk1"/>
              </a:buClr>
              <a:buSzPts val="2000"/>
              <a:buNone/>
              <a:defRPr sz="2000">
                <a:solidFill>
                  <a:schemeClr val="dk1"/>
                </a:solidFill>
              </a:defRPr>
            </a:lvl5pPr>
            <a:lvl6pPr lvl="5" algn="r" rtl="0">
              <a:spcBef>
                <a:spcPts val="1600"/>
              </a:spcBef>
              <a:spcAft>
                <a:spcPts val="0"/>
              </a:spcAft>
              <a:buClr>
                <a:schemeClr val="dk1"/>
              </a:buClr>
              <a:buSzPts val="2000"/>
              <a:buNone/>
              <a:defRPr sz="2000">
                <a:solidFill>
                  <a:schemeClr val="dk1"/>
                </a:solidFill>
              </a:defRPr>
            </a:lvl6pPr>
            <a:lvl7pPr lvl="6" algn="r" rtl="0">
              <a:spcBef>
                <a:spcPts val="1600"/>
              </a:spcBef>
              <a:spcAft>
                <a:spcPts val="0"/>
              </a:spcAft>
              <a:buClr>
                <a:schemeClr val="dk1"/>
              </a:buClr>
              <a:buSzPts val="2000"/>
              <a:buNone/>
              <a:defRPr sz="2000">
                <a:solidFill>
                  <a:schemeClr val="dk1"/>
                </a:solidFill>
              </a:defRPr>
            </a:lvl7pPr>
            <a:lvl8pPr lvl="7" algn="r" rtl="0">
              <a:spcBef>
                <a:spcPts val="1600"/>
              </a:spcBef>
              <a:spcAft>
                <a:spcPts val="0"/>
              </a:spcAft>
              <a:buClr>
                <a:schemeClr val="dk1"/>
              </a:buClr>
              <a:buSzPts val="2000"/>
              <a:buNone/>
              <a:defRPr sz="2000">
                <a:solidFill>
                  <a:schemeClr val="dk1"/>
                </a:solidFill>
              </a:defRPr>
            </a:lvl8pPr>
            <a:lvl9pPr lvl="8" algn="r" rtl="0">
              <a:spcBef>
                <a:spcPts val="1600"/>
              </a:spcBef>
              <a:spcAft>
                <a:spcPts val="1600"/>
              </a:spcAft>
              <a:buClr>
                <a:schemeClr val="dk1"/>
              </a:buClr>
              <a:buSzPts val="2000"/>
              <a:buNone/>
              <a:defRPr sz="2000">
                <a:solidFill>
                  <a:schemeClr val="dk1"/>
                </a:solidFill>
              </a:defRPr>
            </a:lvl9pPr>
          </a:lstStyle>
          <a:p>
            <a:endParaRPr/>
          </a:p>
        </p:txBody>
      </p:sp>
      <p:sp>
        <p:nvSpPr>
          <p:cNvPr id="154" name="Google Shape;154;p25"/>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5"/>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CUSTOM_12">
    <p:spTree>
      <p:nvGrpSpPr>
        <p:cNvPr id="1" name="Shape 156"/>
        <p:cNvGrpSpPr/>
        <p:nvPr/>
      </p:nvGrpSpPr>
      <p:grpSpPr>
        <a:xfrm>
          <a:off x="0" y="0"/>
          <a:ext cx="0" cy="0"/>
          <a:chOff x="0" y="0"/>
          <a:chExt cx="0" cy="0"/>
        </a:xfrm>
      </p:grpSpPr>
      <p:sp>
        <p:nvSpPr>
          <p:cNvPr id="157" name="Google Shape;157;p26"/>
          <p:cNvSpPr txBox="1">
            <a:spLocks noGrp="1"/>
          </p:cNvSpPr>
          <p:nvPr>
            <p:ph type="subTitle" idx="1"/>
          </p:nvPr>
        </p:nvSpPr>
        <p:spPr>
          <a:xfrm>
            <a:off x="711900" y="14760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58" name="Google Shape;158;p26"/>
          <p:cNvSpPr txBox="1">
            <a:spLocks noGrp="1"/>
          </p:cNvSpPr>
          <p:nvPr>
            <p:ph type="subTitle" idx="2"/>
          </p:nvPr>
        </p:nvSpPr>
        <p:spPr>
          <a:xfrm>
            <a:off x="711900" y="18514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59" name="Google Shape;159;p26"/>
          <p:cNvSpPr txBox="1">
            <a:spLocks noGrp="1"/>
          </p:cNvSpPr>
          <p:nvPr>
            <p:ph type="subTitle" idx="3"/>
          </p:nvPr>
        </p:nvSpPr>
        <p:spPr>
          <a:xfrm>
            <a:off x="2983950" y="14760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60" name="Google Shape;160;p26"/>
          <p:cNvSpPr txBox="1">
            <a:spLocks noGrp="1"/>
          </p:cNvSpPr>
          <p:nvPr>
            <p:ph type="subTitle" idx="4"/>
          </p:nvPr>
        </p:nvSpPr>
        <p:spPr>
          <a:xfrm>
            <a:off x="2983950" y="18514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161" name="Google Shape;161;p26"/>
          <p:cNvSpPr txBox="1">
            <a:spLocks noGrp="1"/>
          </p:cNvSpPr>
          <p:nvPr>
            <p:ph type="subTitle" idx="5"/>
          </p:nvPr>
        </p:nvSpPr>
        <p:spPr>
          <a:xfrm>
            <a:off x="5256000" y="14760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62" name="Google Shape;162;p26"/>
          <p:cNvSpPr txBox="1">
            <a:spLocks noGrp="1"/>
          </p:cNvSpPr>
          <p:nvPr>
            <p:ph type="subTitle" idx="6"/>
          </p:nvPr>
        </p:nvSpPr>
        <p:spPr>
          <a:xfrm>
            <a:off x="5256000" y="18514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63" name="Google Shape;163;p26"/>
          <p:cNvSpPr txBox="1">
            <a:spLocks noGrp="1"/>
          </p:cNvSpPr>
          <p:nvPr>
            <p:ph type="subTitle" idx="7"/>
          </p:nvPr>
        </p:nvSpPr>
        <p:spPr>
          <a:xfrm>
            <a:off x="711900" y="29522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64" name="Google Shape;164;p26"/>
          <p:cNvSpPr txBox="1">
            <a:spLocks noGrp="1"/>
          </p:cNvSpPr>
          <p:nvPr>
            <p:ph type="subTitle" idx="8"/>
          </p:nvPr>
        </p:nvSpPr>
        <p:spPr>
          <a:xfrm>
            <a:off x="711900" y="33276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165" name="Google Shape;165;p26"/>
          <p:cNvSpPr txBox="1">
            <a:spLocks noGrp="1"/>
          </p:cNvSpPr>
          <p:nvPr>
            <p:ph type="subTitle" idx="9"/>
          </p:nvPr>
        </p:nvSpPr>
        <p:spPr>
          <a:xfrm>
            <a:off x="2983950" y="29522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66" name="Google Shape;166;p26"/>
          <p:cNvSpPr txBox="1">
            <a:spLocks noGrp="1"/>
          </p:cNvSpPr>
          <p:nvPr>
            <p:ph type="subTitle" idx="13"/>
          </p:nvPr>
        </p:nvSpPr>
        <p:spPr>
          <a:xfrm>
            <a:off x="2983950" y="33276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167" name="Google Shape;167;p26"/>
          <p:cNvSpPr txBox="1">
            <a:spLocks noGrp="1"/>
          </p:cNvSpPr>
          <p:nvPr>
            <p:ph type="subTitle" idx="14"/>
          </p:nvPr>
        </p:nvSpPr>
        <p:spPr>
          <a:xfrm>
            <a:off x="5256000" y="29522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68" name="Google Shape;168;p26"/>
          <p:cNvSpPr txBox="1">
            <a:spLocks noGrp="1"/>
          </p:cNvSpPr>
          <p:nvPr>
            <p:ph type="subTitle" idx="15"/>
          </p:nvPr>
        </p:nvSpPr>
        <p:spPr>
          <a:xfrm>
            <a:off x="5256000" y="33276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169" name="Google Shape;169;p26"/>
          <p:cNvSpPr txBox="1">
            <a:spLocks noGrp="1"/>
          </p:cNvSpPr>
          <p:nvPr>
            <p:ph type="title"/>
          </p:nvPr>
        </p:nvSpPr>
        <p:spPr>
          <a:xfrm>
            <a:off x="717800" y="383175"/>
            <a:ext cx="7708200" cy="647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70" name="Google Shape;170;p26"/>
          <p:cNvSpPr/>
          <p:nvPr/>
        </p:nvSpPr>
        <p:spPr>
          <a:xfrm>
            <a:off x="7927800" y="257160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792780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8" r:id="rId6"/>
    <p:sldLayoutId id="2147483659" r:id="rId7"/>
    <p:sldLayoutId id="2147483660" r:id="rId8"/>
    <p:sldLayoutId id="2147483663" r:id="rId9"/>
    <p:sldLayoutId id="2147483666" r:id="rId10"/>
    <p:sldLayoutId id="2147483669" r:id="rId11"/>
    <p:sldLayoutId id="2147483671" r:id="rId12"/>
    <p:sldLayoutId id="214748367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0.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a:extLst>
            <a:ext uri="{FF2B5EF4-FFF2-40B4-BE49-F238E27FC236}">
              <a16:creationId xmlns:a16="http://schemas.microsoft.com/office/drawing/2014/main" id="{E44DD5BC-EB8D-A368-D2EF-4CFEE84866EA}"/>
            </a:ext>
          </a:extLst>
        </p:cNvPr>
        <p:cNvGrpSpPr/>
        <p:nvPr/>
      </p:nvGrpSpPr>
      <p:grpSpPr>
        <a:xfrm>
          <a:off x="0" y="0"/>
          <a:ext cx="0" cy="0"/>
          <a:chOff x="0" y="0"/>
          <a:chExt cx="0" cy="0"/>
        </a:xfrm>
      </p:grpSpPr>
      <p:sp>
        <p:nvSpPr>
          <p:cNvPr id="185" name="Google Shape;185;p30">
            <a:extLst>
              <a:ext uri="{FF2B5EF4-FFF2-40B4-BE49-F238E27FC236}">
                <a16:creationId xmlns:a16="http://schemas.microsoft.com/office/drawing/2014/main" id="{EF2A6F05-7971-D9CC-EB15-8416663B2447}"/>
              </a:ext>
            </a:extLst>
          </p:cNvPr>
          <p:cNvSpPr txBox="1">
            <a:spLocks noGrp="1"/>
          </p:cNvSpPr>
          <p:nvPr>
            <p:ph type="ctrTitle"/>
          </p:nvPr>
        </p:nvSpPr>
        <p:spPr>
          <a:xfrm>
            <a:off x="1643858" y="1614987"/>
            <a:ext cx="6770700" cy="2052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PH" sz="6600" dirty="0">
                <a:solidFill>
                  <a:schemeClr val="accent1"/>
                </a:solidFill>
                <a:latin typeface="Montserrat SemiBold" pitchFamily="2" charset="77"/>
              </a:rPr>
              <a:t>Social and </a:t>
            </a:r>
            <a:r>
              <a:rPr lang="en-PH" sz="6600" dirty="0">
                <a:solidFill>
                  <a:schemeClr val="bg2"/>
                </a:solidFill>
                <a:latin typeface="Montserrat SemiBold" pitchFamily="2" charset="77"/>
              </a:rPr>
              <a:t>Professional Issues</a:t>
            </a:r>
            <a:endParaRPr sz="6600" dirty="0">
              <a:solidFill>
                <a:schemeClr val="bg2"/>
              </a:solidFill>
              <a:latin typeface="Montserrat SemiBold" pitchFamily="2" charset="77"/>
            </a:endParaRPr>
          </a:p>
        </p:txBody>
      </p:sp>
      <p:sp>
        <p:nvSpPr>
          <p:cNvPr id="186" name="Google Shape;186;p30">
            <a:extLst>
              <a:ext uri="{FF2B5EF4-FFF2-40B4-BE49-F238E27FC236}">
                <a16:creationId xmlns:a16="http://schemas.microsoft.com/office/drawing/2014/main" id="{BD212A34-0773-778E-A5EC-827A2C457CF9}"/>
              </a:ext>
            </a:extLst>
          </p:cNvPr>
          <p:cNvSpPr txBox="1">
            <a:spLocks noGrp="1"/>
          </p:cNvSpPr>
          <p:nvPr>
            <p:ph type="subTitle" idx="1"/>
          </p:nvPr>
        </p:nvSpPr>
        <p:spPr>
          <a:xfrm>
            <a:off x="1643852" y="3704537"/>
            <a:ext cx="6770700" cy="557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John Louis D. Mercaral, MIS</a:t>
            </a:r>
            <a:endParaRPr dirty="0"/>
          </a:p>
        </p:txBody>
      </p:sp>
    </p:spTree>
    <p:extLst>
      <p:ext uri="{BB962C8B-B14F-4D97-AF65-F5344CB8AC3E}">
        <p14:creationId xmlns:p14="http://schemas.microsoft.com/office/powerpoint/2010/main" val="4166164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AB62A4FE-5206-3899-BB9C-7E2C607D5A45}"/>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EA5E75C3-13B1-A101-9A36-C5A3A8A46E4C}"/>
              </a:ext>
            </a:extLst>
          </p:cNvPr>
          <p:cNvSpPr txBox="1">
            <a:spLocks noGrp="1"/>
          </p:cNvSpPr>
          <p:nvPr>
            <p:ph type="title"/>
          </p:nvPr>
        </p:nvSpPr>
        <p:spPr>
          <a:xfrm>
            <a:off x="856884" y="131548"/>
            <a:ext cx="4918273"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latin typeface="Montserrat SemiBold" pitchFamily="2" charset="77"/>
              </a:rPr>
              <a:t>Topics </a:t>
            </a:r>
            <a:r>
              <a:rPr lang="en" sz="3200" dirty="0">
                <a:solidFill>
                  <a:schemeClr val="bg2"/>
                </a:solidFill>
                <a:latin typeface="Montserrat SemiBold" pitchFamily="2" charset="77"/>
              </a:rPr>
              <a:t>Distribution</a:t>
            </a:r>
            <a:endParaRPr sz="3200" dirty="0">
              <a:solidFill>
                <a:schemeClr val="bg2"/>
              </a:solidFill>
              <a:latin typeface="Montserrat SemiBold" pitchFamily="2" charset="77"/>
            </a:endParaRPr>
          </a:p>
        </p:txBody>
      </p:sp>
      <p:sp>
        <p:nvSpPr>
          <p:cNvPr id="216" name="Google Shape;216;p33">
            <a:extLst>
              <a:ext uri="{FF2B5EF4-FFF2-40B4-BE49-F238E27FC236}">
                <a16:creationId xmlns:a16="http://schemas.microsoft.com/office/drawing/2014/main" id="{C21C10B2-C60B-C524-0DCE-5D5A1376EFB1}"/>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87D77529-774B-21E4-5B3E-71176C5F1ECA}"/>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ED8093B7-094C-CD35-1A77-38E8D9E4417D}"/>
              </a:ext>
            </a:extLst>
          </p:cNvPr>
          <p:cNvPicPr>
            <a:picLocks noChangeAspect="1"/>
          </p:cNvPicPr>
          <p:nvPr/>
        </p:nvPicPr>
        <p:blipFill>
          <a:blip r:embed="rId3"/>
          <a:stretch>
            <a:fillRect/>
          </a:stretch>
        </p:blipFill>
        <p:spPr>
          <a:xfrm>
            <a:off x="1023512" y="887248"/>
            <a:ext cx="3804742" cy="4043390"/>
          </a:xfrm>
          <a:prstGeom prst="rect">
            <a:avLst/>
          </a:prstGeom>
        </p:spPr>
      </p:pic>
      <p:pic>
        <p:nvPicPr>
          <p:cNvPr id="4" name="Picture 3">
            <a:extLst>
              <a:ext uri="{FF2B5EF4-FFF2-40B4-BE49-F238E27FC236}">
                <a16:creationId xmlns:a16="http://schemas.microsoft.com/office/drawing/2014/main" id="{7C5A921D-BF6E-2481-BEA7-44EA9B458B7D}"/>
              </a:ext>
            </a:extLst>
          </p:cNvPr>
          <p:cNvPicPr>
            <a:picLocks noChangeAspect="1"/>
          </p:cNvPicPr>
          <p:nvPr/>
        </p:nvPicPr>
        <p:blipFill>
          <a:blip r:embed="rId4"/>
          <a:srcRect l="10808" t="10473" r="11113" b="11398"/>
          <a:stretch>
            <a:fillRect/>
          </a:stretch>
        </p:blipFill>
        <p:spPr>
          <a:xfrm>
            <a:off x="5086205" y="1060503"/>
            <a:ext cx="3291840" cy="3293960"/>
          </a:xfrm>
          <a:prstGeom prst="rect">
            <a:avLst/>
          </a:prstGeom>
        </p:spPr>
      </p:pic>
    </p:spTree>
    <p:extLst>
      <p:ext uri="{BB962C8B-B14F-4D97-AF65-F5344CB8AC3E}">
        <p14:creationId xmlns:p14="http://schemas.microsoft.com/office/powerpoint/2010/main" val="349760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FF5A0332-6B21-64A6-9FE7-EC586F1C420B}"/>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628A1C48-2316-6B3A-396A-5CCFEE46BB07}"/>
              </a:ext>
            </a:extLst>
          </p:cNvPr>
          <p:cNvSpPr txBox="1">
            <a:spLocks noGrp="1"/>
          </p:cNvSpPr>
          <p:nvPr>
            <p:ph type="title"/>
          </p:nvPr>
        </p:nvSpPr>
        <p:spPr>
          <a:xfrm>
            <a:off x="896641" y="463565"/>
            <a:ext cx="4487137"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dirty="0">
                <a:latin typeface="Montserrat SemiBold" pitchFamily="2" charset="77"/>
              </a:rPr>
              <a:t>Possible </a:t>
            </a:r>
            <a:r>
              <a:rPr lang="en" sz="3600" dirty="0">
                <a:solidFill>
                  <a:schemeClr val="bg2"/>
                </a:solidFill>
                <a:latin typeface="Montserrat SemiBold" pitchFamily="2" charset="77"/>
              </a:rPr>
              <a:t>Timeline</a:t>
            </a:r>
            <a:endParaRPr sz="3600"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BB0A4B62-44FF-57CF-1D89-123A7DC02D47}"/>
              </a:ext>
            </a:extLst>
          </p:cNvPr>
          <p:cNvSpPr txBox="1">
            <a:spLocks noGrp="1"/>
          </p:cNvSpPr>
          <p:nvPr>
            <p:ph type="body" idx="1"/>
          </p:nvPr>
        </p:nvSpPr>
        <p:spPr>
          <a:xfrm>
            <a:off x="896641" y="1219265"/>
            <a:ext cx="5908419" cy="3460670"/>
          </a:xfrm>
          <a:prstGeom prst="rect">
            <a:avLst/>
          </a:prstGeom>
        </p:spPr>
        <p:txBody>
          <a:bodyPr spcFirstLastPara="1" wrap="square" lIns="91425" tIns="91425" rIns="91425" bIns="91425" anchor="t" anchorCtr="0">
            <a:noAutofit/>
          </a:bodyPr>
          <a:lstStyle/>
          <a:p>
            <a:pPr marL="285750" indent="-285750">
              <a:buClr>
                <a:schemeClr val="accent1"/>
              </a:buClr>
              <a:buSzPct val="120000"/>
            </a:pPr>
            <a:r>
              <a:rPr lang="en-PH" sz="2000" b="1" dirty="0">
                <a:solidFill>
                  <a:schemeClr val="bg2"/>
                </a:solidFill>
              </a:rPr>
              <a:t>Group 1 </a:t>
            </a:r>
            <a:r>
              <a:rPr lang="en-PH" sz="2000" dirty="0"/>
              <a:t>– January 28</a:t>
            </a:r>
          </a:p>
          <a:p>
            <a:pPr marL="285750" indent="-285750">
              <a:buClr>
                <a:schemeClr val="accent1"/>
              </a:buClr>
              <a:buSzPct val="120000"/>
            </a:pPr>
            <a:r>
              <a:rPr lang="en-US" sz="2000" b="1" dirty="0">
                <a:solidFill>
                  <a:schemeClr val="bg2"/>
                </a:solidFill>
              </a:rPr>
              <a:t>Group 2</a:t>
            </a:r>
            <a:r>
              <a:rPr lang="en-US" sz="2000" dirty="0">
                <a:solidFill>
                  <a:schemeClr val="bg2"/>
                </a:solidFill>
              </a:rPr>
              <a:t> </a:t>
            </a:r>
            <a:r>
              <a:rPr lang="en-US" sz="2000" dirty="0"/>
              <a:t>– February 04</a:t>
            </a:r>
          </a:p>
          <a:p>
            <a:pPr marL="285750" indent="-285750">
              <a:buClr>
                <a:schemeClr val="accent1"/>
              </a:buClr>
              <a:buSzPct val="120000"/>
            </a:pPr>
            <a:r>
              <a:rPr lang="en-US" sz="2000" b="1" dirty="0">
                <a:solidFill>
                  <a:schemeClr val="bg2"/>
                </a:solidFill>
              </a:rPr>
              <a:t>Prelim Examination </a:t>
            </a:r>
            <a:r>
              <a:rPr lang="en-US" sz="2000" dirty="0"/>
              <a:t>– February 18</a:t>
            </a:r>
          </a:p>
          <a:p>
            <a:pPr marL="285750" indent="-285750">
              <a:buClr>
                <a:schemeClr val="accent1"/>
              </a:buClr>
              <a:buSzPct val="120000"/>
            </a:pPr>
            <a:r>
              <a:rPr lang="en-US" sz="2000" b="1" dirty="0">
                <a:solidFill>
                  <a:srgbClr val="92D050"/>
                </a:solidFill>
              </a:rPr>
              <a:t>NO MIDTERM EXAM</a:t>
            </a:r>
          </a:p>
          <a:p>
            <a:pPr marL="285750" indent="-285750">
              <a:buClr>
                <a:schemeClr val="accent1"/>
              </a:buClr>
              <a:buSzPct val="120000"/>
            </a:pPr>
            <a:r>
              <a:rPr lang="en-US" sz="2000" b="1" dirty="0">
                <a:solidFill>
                  <a:schemeClr val="bg2"/>
                </a:solidFill>
              </a:rPr>
              <a:t>Group 3</a:t>
            </a:r>
            <a:r>
              <a:rPr lang="en-US" sz="2000" dirty="0">
                <a:solidFill>
                  <a:schemeClr val="bg2"/>
                </a:solidFill>
              </a:rPr>
              <a:t> </a:t>
            </a:r>
            <a:r>
              <a:rPr lang="en-US" sz="2000" dirty="0"/>
              <a:t>– April 08</a:t>
            </a:r>
          </a:p>
          <a:p>
            <a:pPr marL="285750" indent="-285750">
              <a:buClr>
                <a:schemeClr val="accent1"/>
              </a:buClr>
              <a:buSzPct val="120000"/>
            </a:pPr>
            <a:r>
              <a:rPr lang="en-US" sz="2000" b="1" dirty="0">
                <a:solidFill>
                  <a:schemeClr val="bg2"/>
                </a:solidFill>
              </a:rPr>
              <a:t>Group 4 </a:t>
            </a:r>
            <a:r>
              <a:rPr lang="en-US" sz="2000" dirty="0"/>
              <a:t>– April 15</a:t>
            </a:r>
          </a:p>
          <a:p>
            <a:pPr marL="285750" indent="-285750">
              <a:buClr>
                <a:schemeClr val="accent1"/>
              </a:buClr>
              <a:buSzPct val="120000"/>
            </a:pPr>
            <a:r>
              <a:rPr lang="en-US" sz="2000" b="1" dirty="0">
                <a:solidFill>
                  <a:schemeClr val="bg2"/>
                </a:solidFill>
              </a:rPr>
              <a:t>Group 5 </a:t>
            </a:r>
            <a:r>
              <a:rPr lang="en-US" sz="2000" dirty="0"/>
              <a:t>– April 22</a:t>
            </a:r>
          </a:p>
          <a:p>
            <a:pPr marL="285750" indent="-285750">
              <a:buClr>
                <a:schemeClr val="accent1"/>
              </a:buClr>
              <a:buSzPct val="120000"/>
            </a:pPr>
            <a:r>
              <a:rPr lang="en-US" sz="2000" b="1" dirty="0">
                <a:solidFill>
                  <a:schemeClr val="bg2"/>
                </a:solidFill>
              </a:rPr>
              <a:t>Pre-Final Examination </a:t>
            </a:r>
            <a:r>
              <a:rPr lang="en-US" sz="2000" dirty="0"/>
              <a:t>– May 06</a:t>
            </a:r>
          </a:p>
          <a:p>
            <a:pPr marL="285750" indent="-285750">
              <a:buClr>
                <a:schemeClr val="accent1"/>
              </a:buClr>
              <a:buSzPct val="120000"/>
            </a:pPr>
            <a:r>
              <a:rPr lang="en-US" sz="2000" b="1" dirty="0">
                <a:solidFill>
                  <a:srgbClr val="92D050"/>
                </a:solidFill>
              </a:rPr>
              <a:t>NO FINAL EXAM</a:t>
            </a:r>
          </a:p>
          <a:p>
            <a:pPr marL="0" indent="0">
              <a:buClr>
                <a:schemeClr val="accent1"/>
              </a:buClr>
              <a:buSzPct val="120000"/>
              <a:buNone/>
            </a:pPr>
            <a:endParaRPr lang="en-US" sz="2000" dirty="0"/>
          </a:p>
        </p:txBody>
      </p:sp>
      <p:sp>
        <p:nvSpPr>
          <p:cNvPr id="216" name="Google Shape;216;p33">
            <a:extLst>
              <a:ext uri="{FF2B5EF4-FFF2-40B4-BE49-F238E27FC236}">
                <a16:creationId xmlns:a16="http://schemas.microsoft.com/office/drawing/2014/main" id="{DF68F3FC-6E5F-A25F-270A-1A50C732430A}"/>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BED91481-15CF-D66B-C6D1-AB7A118F5F67}"/>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9250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a:extLst>
            <a:ext uri="{FF2B5EF4-FFF2-40B4-BE49-F238E27FC236}">
              <a16:creationId xmlns:a16="http://schemas.microsoft.com/office/drawing/2014/main" id="{DE2DB4DB-72CC-55AC-6A9F-EE338B77AF1F}"/>
            </a:ext>
          </a:extLst>
        </p:cNvPr>
        <p:cNvGrpSpPr/>
        <p:nvPr/>
      </p:nvGrpSpPr>
      <p:grpSpPr>
        <a:xfrm>
          <a:off x="0" y="0"/>
          <a:ext cx="0" cy="0"/>
          <a:chOff x="0" y="0"/>
          <a:chExt cx="0" cy="0"/>
        </a:xfrm>
      </p:grpSpPr>
      <p:sp>
        <p:nvSpPr>
          <p:cNvPr id="455" name="Google Shape;455;p47">
            <a:extLst>
              <a:ext uri="{FF2B5EF4-FFF2-40B4-BE49-F238E27FC236}">
                <a16:creationId xmlns:a16="http://schemas.microsoft.com/office/drawing/2014/main" id="{5E1D1B7B-8865-3219-EF92-A951913377CC}"/>
              </a:ext>
            </a:extLst>
          </p:cNvPr>
          <p:cNvSpPr txBox="1">
            <a:spLocks noGrp="1"/>
          </p:cNvSpPr>
          <p:nvPr>
            <p:ph type="title"/>
          </p:nvPr>
        </p:nvSpPr>
        <p:spPr>
          <a:xfrm>
            <a:off x="713225" y="1126156"/>
            <a:ext cx="5985958" cy="28473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Montserrat SemiBold" pitchFamily="2" charset="77"/>
              </a:rPr>
              <a:t>Any </a:t>
            </a:r>
            <a:r>
              <a:rPr lang="en" dirty="0">
                <a:solidFill>
                  <a:schemeClr val="bg2"/>
                </a:solidFill>
                <a:latin typeface="Montserrat SemiBold" pitchFamily="2" charset="77"/>
              </a:rPr>
              <a:t>Questions?</a:t>
            </a:r>
            <a:endParaRPr dirty="0">
              <a:solidFill>
                <a:schemeClr val="bg2"/>
              </a:solidFill>
              <a:latin typeface="Montserrat SemiBold" pitchFamily="2" charset="77"/>
            </a:endParaRPr>
          </a:p>
        </p:txBody>
      </p:sp>
    </p:spTree>
    <p:extLst>
      <p:ext uri="{BB962C8B-B14F-4D97-AF65-F5344CB8AC3E}">
        <p14:creationId xmlns:p14="http://schemas.microsoft.com/office/powerpoint/2010/main" val="4106457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F4AD31A3-3FC3-FD2B-25AC-2E9215D519C7}"/>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1EBB82EC-2149-2B22-ED92-99CD6ADBBCF0}"/>
              </a:ext>
            </a:extLst>
          </p:cNvPr>
          <p:cNvSpPr txBox="1">
            <a:spLocks noGrp="1"/>
          </p:cNvSpPr>
          <p:nvPr>
            <p:ph type="title"/>
          </p:nvPr>
        </p:nvSpPr>
        <p:spPr>
          <a:xfrm>
            <a:off x="896641" y="463565"/>
            <a:ext cx="4487137"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dirty="0">
                <a:latin typeface="Montserrat SemiBold" pitchFamily="2" charset="77"/>
              </a:rPr>
              <a:t>Possible </a:t>
            </a:r>
            <a:r>
              <a:rPr lang="en" sz="3600" dirty="0">
                <a:solidFill>
                  <a:schemeClr val="bg2"/>
                </a:solidFill>
                <a:latin typeface="Montserrat SemiBold" pitchFamily="2" charset="77"/>
              </a:rPr>
              <a:t>Timeline</a:t>
            </a:r>
            <a:endParaRPr sz="3600"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83D96815-8298-63B8-C60E-8618E7F287FD}"/>
              </a:ext>
            </a:extLst>
          </p:cNvPr>
          <p:cNvSpPr txBox="1">
            <a:spLocks noGrp="1"/>
          </p:cNvSpPr>
          <p:nvPr>
            <p:ph type="body" idx="1"/>
          </p:nvPr>
        </p:nvSpPr>
        <p:spPr>
          <a:xfrm>
            <a:off x="896641" y="1219265"/>
            <a:ext cx="5908419" cy="3460670"/>
          </a:xfrm>
          <a:prstGeom prst="rect">
            <a:avLst/>
          </a:prstGeom>
        </p:spPr>
        <p:txBody>
          <a:bodyPr spcFirstLastPara="1" wrap="square" lIns="91425" tIns="91425" rIns="91425" bIns="91425" anchor="t" anchorCtr="0">
            <a:noAutofit/>
          </a:bodyPr>
          <a:lstStyle/>
          <a:p>
            <a:pPr marL="285750" indent="-285750">
              <a:buClr>
                <a:schemeClr val="accent1"/>
              </a:buClr>
              <a:buSzPct val="120000"/>
            </a:pPr>
            <a:r>
              <a:rPr lang="en-PH" sz="2000" b="1" dirty="0">
                <a:solidFill>
                  <a:schemeClr val="bg2"/>
                </a:solidFill>
              </a:rPr>
              <a:t>Group 1 </a:t>
            </a:r>
            <a:r>
              <a:rPr lang="en-PH" sz="2000" dirty="0"/>
              <a:t>– January 28</a:t>
            </a:r>
          </a:p>
          <a:p>
            <a:pPr marL="285750" indent="-285750">
              <a:buClr>
                <a:schemeClr val="accent1"/>
              </a:buClr>
              <a:buSzPct val="120000"/>
            </a:pPr>
            <a:r>
              <a:rPr lang="en-US" sz="2000" b="1" dirty="0">
                <a:solidFill>
                  <a:schemeClr val="bg2"/>
                </a:solidFill>
              </a:rPr>
              <a:t>Group 2</a:t>
            </a:r>
            <a:r>
              <a:rPr lang="en-US" sz="2000" dirty="0">
                <a:solidFill>
                  <a:schemeClr val="bg2"/>
                </a:solidFill>
              </a:rPr>
              <a:t> </a:t>
            </a:r>
            <a:r>
              <a:rPr lang="en-US" sz="2000" dirty="0"/>
              <a:t>– February 04</a:t>
            </a:r>
          </a:p>
          <a:p>
            <a:pPr marL="285750" indent="-285750">
              <a:buClr>
                <a:schemeClr val="accent1"/>
              </a:buClr>
              <a:buSzPct val="120000"/>
            </a:pPr>
            <a:r>
              <a:rPr lang="en-US" sz="2000" b="1" dirty="0">
                <a:solidFill>
                  <a:schemeClr val="bg2"/>
                </a:solidFill>
              </a:rPr>
              <a:t>Prelim Examination </a:t>
            </a:r>
            <a:r>
              <a:rPr lang="en-US" sz="2000" dirty="0"/>
              <a:t>– February 18</a:t>
            </a:r>
          </a:p>
          <a:p>
            <a:pPr marL="285750" indent="-285750">
              <a:buClr>
                <a:schemeClr val="accent1"/>
              </a:buClr>
              <a:buSzPct val="120000"/>
            </a:pPr>
            <a:r>
              <a:rPr lang="en-US" sz="2000" b="1" dirty="0">
                <a:solidFill>
                  <a:srgbClr val="92D050"/>
                </a:solidFill>
              </a:rPr>
              <a:t>NO MIDTERM EXAM </a:t>
            </a:r>
          </a:p>
          <a:p>
            <a:pPr marL="0" indent="0">
              <a:buClr>
                <a:schemeClr val="accent1"/>
              </a:buClr>
              <a:buSzPct val="120000"/>
              <a:buNone/>
            </a:pPr>
            <a:endParaRPr lang="en-US" sz="2000" b="1" dirty="0">
              <a:solidFill>
                <a:srgbClr val="92D050"/>
              </a:solidFill>
            </a:endParaRPr>
          </a:p>
          <a:p>
            <a:pPr marL="285750" indent="-285750">
              <a:buClr>
                <a:schemeClr val="accent1"/>
              </a:buClr>
              <a:buSzPct val="120000"/>
            </a:pPr>
            <a:r>
              <a:rPr lang="en-US" sz="2000" b="1" dirty="0">
                <a:solidFill>
                  <a:schemeClr val="bg2"/>
                </a:solidFill>
              </a:rPr>
              <a:t>Group 3</a:t>
            </a:r>
            <a:r>
              <a:rPr lang="en-US" sz="2000" dirty="0">
                <a:solidFill>
                  <a:schemeClr val="bg2"/>
                </a:solidFill>
              </a:rPr>
              <a:t> </a:t>
            </a:r>
            <a:r>
              <a:rPr lang="en-US" sz="2000" dirty="0"/>
              <a:t>– April 08</a:t>
            </a:r>
          </a:p>
          <a:p>
            <a:pPr marL="285750" indent="-285750">
              <a:buClr>
                <a:schemeClr val="accent1"/>
              </a:buClr>
              <a:buSzPct val="120000"/>
            </a:pPr>
            <a:r>
              <a:rPr lang="en-US" sz="2000" b="1" dirty="0">
                <a:solidFill>
                  <a:schemeClr val="bg2"/>
                </a:solidFill>
              </a:rPr>
              <a:t>Group 4 </a:t>
            </a:r>
            <a:r>
              <a:rPr lang="en-US" sz="2000" dirty="0"/>
              <a:t>– April 15</a:t>
            </a:r>
          </a:p>
          <a:p>
            <a:pPr marL="285750" indent="-285750">
              <a:buClr>
                <a:schemeClr val="accent1"/>
              </a:buClr>
              <a:buSzPct val="120000"/>
            </a:pPr>
            <a:r>
              <a:rPr lang="en-US" sz="2000" b="1" dirty="0">
                <a:solidFill>
                  <a:schemeClr val="bg2"/>
                </a:solidFill>
              </a:rPr>
              <a:t>Group 5 </a:t>
            </a:r>
            <a:r>
              <a:rPr lang="en-US" sz="2000" dirty="0"/>
              <a:t>– April 22</a:t>
            </a:r>
          </a:p>
          <a:p>
            <a:pPr marL="285750" indent="-285750">
              <a:buClr>
                <a:schemeClr val="accent1"/>
              </a:buClr>
              <a:buSzPct val="120000"/>
            </a:pPr>
            <a:r>
              <a:rPr lang="en-US" sz="2000" b="1" dirty="0">
                <a:solidFill>
                  <a:schemeClr val="bg2"/>
                </a:solidFill>
              </a:rPr>
              <a:t>Pre-Final Examination </a:t>
            </a:r>
            <a:r>
              <a:rPr lang="en-US" sz="2000" dirty="0"/>
              <a:t>– May 06</a:t>
            </a:r>
          </a:p>
          <a:p>
            <a:pPr marL="285750" indent="-285750">
              <a:buClr>
                <a:schemeClr val="accent1"/>
              </a:buClr>
              <a:buSzPct val="120000"/>
            </a:pPr>
            <a:r>
              <a:rPr lang="en-US" sz="2000" b="1" dirty="0">
                <a:solidFill>
                  <a:srgbClr val="92D050"/>
                </a:solidFill>
              </a:rPr>
              <a:t>NO FINAL EXAM</a:t>
            </a:r>
          </a:p>
          <a:p>
            <a:pPr marL="0" indent="0">
              <a:buClr>
                <a:schemeClr val="accent1"/>
              </a:buClr>
              <a:buSzPct val="120000"/>
              <a:buNone/>
            </a:pPr>
            <a:endParaRPr lang="en-US" sz="2000" dirty="0"/>
          </a:p>
        </p:txBody>
      </p:sp>
      <p:sp>
        <p:nvSpPr>
          <p:cNvPr id="216" name="Google Shape;216;p33">
            <a:extLst>
              <a:ext uri="{FF2B5EF4-FFF2-40B4-BE49-F238E27FC236}">
                <a16:creationId xmlns:a16="http://schemas.microsoft.com/office/drawing/2014/main" id="{EFBFFCA9-2D13-0447-6634-D90621DF112B}"/>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DB90E05C-DEC8-0C9C-5705-318F49DAF50E}"/>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215;p33">
            <a:extLst>
              <a:ext uri="{FF2B5EF4-FFF2-40B4-BE49-F238E27FC236}">
                <a16:creationId xmlns:a16="http://schemas.microsoft.com/office/drawing/2014/main" id="{DF02716D-ED32-9B72-3C86-3D9696DDD151}"/>
              </a:ext>
            </a:extLst>
          </p:cNvPr>
          <p:cNvSpPr txBox="1">
            <a:spLocks/>
          </p:cNvSpPr>
          <p:nvPr/>
        </p:nvSpPr>
        <p:spPr>
          <a:xfrm>
            <a:off x="1915314" y="2438530"/>
            <a:ext cx="4572113" cy="42825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2"/>
              </a:buClr>
              <a:buSzPts val="1200"/>
              <a:buFont typeface="Montserrat"/>
              <a:buChar char="●"/>
              <a:defRPr sz="1400" b="0" i="0" u="none" strike="noStrike" cap="none">
                <a:solidFill>
                  <a:schemeClr val="accent2"/>
                </a:solidFill>
                <a:latin typeface="Montserrat"/>
                <a:ea typeface="Montserrat"/>
                <a:cs typeface="Montserrat"/>
                <a:sym typeface="Montserrat"/>
              </a:defRPr>
            </a:lvl1pPr>
            <a:lvl2pPr marL="914400" marR="0" lvl="1" indent="-304800" algn="l" rtl="0">
              <a:lnSpc>
                <a:spcPct val="100000"/>
              </a:lnSpc>
              <a:spcBef>
                <a:spcPts val="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2pPr>
            <a:lvl3pPr marL="1371600" marR="0" lvl="2"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3pPr>
            <a:lvl4pPr marL="1828800" marR="0" lvl="3"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4pPr>
            <a:lvl5pPr marL="2286000" marR="0" lvl="4"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5pPr>
            <a:lvl6pPr marL="2743200" marR="0" lvl="5"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6pPr>
            <a:lvl7pPr marL="3200400" marR="0" lvl="6"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7pPr>
            <a:lvl8pPr marL="3657600" marR="0" lvl="7"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8pPr>
            <a:lvl9pPr marL="4114800" marR="0" lvl="8" indent="-304800" algn="l" rtl="0">
              <a:lnSpc>
                <a:spcPct val="100000"/>
              </a:lnSpc>
              <a:spcBef>
                <a:spcPts val="1600"/>
              </a:spcBef>
              <a:spcAft>
                <a:spcPts val="160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9pPr>
          </a:lstStyle>
          <a:p>
            <a:pPr marL="0" indent="0">
              <a:buClr>
                <a:schemeClr val="accent1"/>
              </a:buClr>
              <a:buSzPct val="120000"/>
              <a:buNone/>
            </a:pPr>
            <a:r>
              <a:rPr lang="en-US" sz="2000" b="1" dirty="0">
                <a:solidFill>
                  <a:srgbClr val="FFC000"/>
                </a:solidFill>
                <a:latin typeface="Montserrat ExtraBold" pitchFamily="2" charset="77"/>
              </a:rPr>
              <a:t>Due to Capstone Title Defense</a:t>
            </a:r>
          </a:p>
        </p:txBody>
      </p:sp>
      <p:sp>
        <p:nvSpPr>
          <p:cNvPr id="3" name="Google Shape;215;p33">
            <a:extLst>
              <a:ext uri="{FF2B5EF4-FFF2-40B4-BE49-F238E27FC236}">
                <a16:creationId xmlns:a16="http://schemas.microsoft.com/office/drawing/2014/main" id="{4F4C526F-7458-92B6-7E40-F4E0C32D9D91}"/>
              </a:ext>
            </a:extLst>
          </p:cNvPr>
          <p:cNvSpPr txBox="1">
            <a:spLocks/>
          </p:cNvSpPr>
          <p:nvPr/>
        </p:nvSpPr>
        <p:spPr>
          <a:xfrm>
            <a:off x="1915314" y="4333103"/>
            <a:ext cx="4816811" cy="42825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2"/>
              </a:buClr>
              <a:buSzPts val="1200"/>
              <a:buFont typeface="Montserrat"/>
              <a:buChar char="●"/>
              <a:defRPr sz="1400" b="0" i="0" u="none" strike="noStrike" cap="none">
                <a:solidFill>
                  <a:schemeClr val="accent2"/>
                </a:solidFill>
                <a:latin typeface="Montserrat"/>
                <a:ea typeface="Montserrat"/>
                <a:cs typeface="Montserrat"/>
                <a:sym typeface="Montserrat"/>
              </a:defRPr>
            </a:lvl1pPr>
            <a:lvl2pPr marL="914400" marR="0" lvl="1" indent="-304800" algn="l" rtl="0">
              <a:lnSpc>
                <a:spcPct val="100000"/>
              </a:lnSpc>
              <a:spcBef>
                <a:spcPts val="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2pPr>
            <a:lvl3pPr marL="1371600" marR="0" lvl="2"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3pPr>
            <a:lvl4pPr marL="1828800" marR="0" lvl="3"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4pPr>
            <a:lvl5pPr marL="2286000" marR="0" lvl="4"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5pPr>
            <a:lvl6pPr marL="2743200" marR="0" lvl="5"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6pPr>
            <a:lvl7pPr marL="3200400" marR="0" lvl="6"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7pPr>
            <a:lvl8pPr marL="3657600" marR="0" lvl="7" indent="-304800" algn="l" rtl="0">
              <a:lnSpc>
                <a:spcPct val="100000"/>
              </a:lnSpc>
              <a:spcBef>
                <a:spcPts val="1600"/>
              </a:spcBef>
              <a:spcAft>
                <a:spcPts val="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8pPr>
            <a:lvl9pPr marL="4114800" marR="0" lvl="8" indent="-304800" algn="l" rtl="0">
              <a:lnSpc>
                <a:spcPct val="100000"/>
              </a:lnSpc>
              <a:spcBef>
                <a:spcPts val="1600"/>
              </a:spcBef>
              <a:spcAft>
                <a:spcPts val="1600"/>
              </a:spcAft>
              <a:buClr>
                <a:schemeClr val="dk2"/>
              </a:buClr>
              <a:buSzPts val="1200"/>
              <a:buFont typeface="Montserrat"/>
              <a:buChar char="■"/>
              <a:defRPr sz="1200" b="0" i="0" u="none" strike="noStrike" cap="none">
                <a:solidFill>
                  <a:schemeClr val="dk2"/>
                </a:solidFill>
                <a:latin typeface="Montserrat"/>
                <a:ea typeface="Montserrat"/>
                <a:cs typeface="Montserrat"/>
                <a:sym typeface="Montserrat"/>
              </a:defRPr>
            </a:lvl9pPr>
          </a:lstStyle>
          <a:p>
            <a:pPr marL="0" indent="0">
              <a:buClr>
                <a:schemeClr val="accent1"/>
              </a:buClr>
              <a:buSzPct val="120000"/>
              <a:buNone/>
            </a:pPr>
            <a:r>
              <a:rPr lang="en-US" sz="2000" b="1" dirty="0">
                <a:solidFill>
                  <a:srgbClr val="FFC000"/>
                </a:solidFill>
                <a:latin typeface="Montserrat ExtraBold" pitchFamily="2" charset="77"/>
              </a:rPr>
              <a:t>Due to Capstone Title Completion</a:t>
            </a:r>
          </a:p>
        </p:txBody>
      </p:sp>
    </p:spTree>
    <p:extLst>
      <p:ext uri="{BB962C8B-B14F-4D97-AF65-F5344CB8AC3E}">
        <p14:creationId xmlns:p14="http://schemas.microsoft.com/office/powerpoint/2010/main" val="236109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30"/>
          <p:cNvSpPr txBox="1">
            <a:spLocks noGrp="1"/>
          </p:cNvSpPr>
          <p:nvPr>
            <p:ph type="ctrTitle"/>
          </p:nvPr>
        </p:nvSpPr>
        <p:spPr>
          <a:xfrm>
            <a:off x="1836364" y="1566861"/>
            <a:ext cx="6770700" cy="2052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PH" sz="8800" dirty="0">
                <a:solidFill>
                  <a:schemeClr val="accent1"/>
                </a:solidFill>
                <a:latin typeface="Montserrat SemiBold" pitchFamily="2" charset="77"/>
              </a:rPr>
              <a:t>Capstone </a:t>
            </a:r>
            <a:r>
              <a:rPr lang="en-PH" sz="8800" dirty="0">
                <a:solidFill>
                  <a:schemeClr val="bg2"/>
                </a:solidFill>
                <a:latin typeface="Montserrat SemiBold" pitchFamily="2" charset="77"/>
              </a:rPr>
              <a:t>Project 1</a:t>
            </a:r>
            <a:endParaRPr sz="8800" dirty="0">
              <a:solidFill>
                <a:schemeClr val="bg2"/>
              </a:solidFill>
              <a:latin typeface="Montserrat SemiBold" pitchFamily="2" charset="77"/>
            </a:endParaRPr>
          </a:p>
        </p:txBody>
      </p:sp>
      <p:sp>
        <p:nvSpPr>
          <p:cNvPr id="186" name="Google Shape;186;p30"/>
          <p:cNvSpPr txBox="1">
            <a:spLocks noGrp="1"/>
          </p:cNvSpPr>
          <p:nvPr>
            <p:ph type="subTitle" idx="1"/>
          </p:nvPr>
        </p:nvSpPr>
        <p:spPr>
          <a:xfrm>
            <a:off x="1836358" y="3656411"/>
            <a:ext cx="6770700" cy="557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sz="2400" dirty="0"/>
              <a:t>John Louis D. Mercaral, MIS</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3"/>
          <p:cNvSpPr txBox="1">
            <a:spLocks noGrp="1"/>
          </p:cNvSpPr>
          <p:nvPr>
            <p:ph type="title"/>
          </p:nvPr>
        </p:nvSpPr>
        <p:spPr>
          <a:xfrm>
            <a:off x="896642" y="810075"/>
            <a:ext cx="4232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latin typeface="Montserrat SemiBold" pitchFamily="2" charset="77"/>
              </a:rPr>
              <a:t>Introduction</a:t>
            </a:r>
            <a:endParaRPr sz="3200" dirty="0">
              <a:latin typeface="Montserrat SemiBold" pitchFamily="2" charset="77"/>
            </a:endParaRPr>
          </a:p>
        </p:txBody>
      </p:sp>
      <p:sp>
        <p:nvSpPr>
          <p:cNvPr id="215" name="Google Shape;215;p33"/>
          <p:cNvSpPr txBox="1">
            <a:spLocks noGrp="1"/>
          </p:cNvSpPr>
          <p:nvPr>
            <p:ph type="body" idx="1"/>
          </p:nvPr>
        </p:nvSpPr>
        <p:spPr>
          <a:xfrm>
            <a:off x="896642" y="1565775"/>
            <a:ext cx="5572600" cy="2011800"/>
          </a:xfrm>
          <a:prstGeom prst="rect">
            <a:avLst/>
          </a:prstGeom>
        </p:spPr>
        <p:txBody>
          <a:bodyPr spcFirstLastPara="1" wrap="square" lIns="91425" tIns="91425" rIns="91425" bIns="91425" anchor="t" anchorCtr="0">
            <a:noAutofit/>
          </a:bodyPr>
          <a:lstStyle/>
          <a:p>
            <a:pPr marL="0" lvl="0" indent="0">
              <a:buClr>
                <a:schemeClr val="dk1"/>
              </a:buClr>
              <a:buSzPts val="1100"/>
              <a:buNone/>
            </a:pPr>
            <a:r>
              <a:rPr lang="en-PH" dirty="0"/>
              <a:t>This course represents the culmination of your academic training, providing a platform to demonstrate the knowledge, skills, and competencies you have acquired throughout your program. You will be expected to identify a real-world problem, conduct thorough research and analysis, and develop an innovative solution through a well-executed project. This experience aims to strengthen your ability to work independently or collaboratively, apply critical thinking, and communicate effectively in both written and oral forms. The Capstone Project is not only a measure of academic achievement but also a significant step toward professional readiness.</a:t>
            </a:r>
            <a:endParaRPr dirty="0"/>
          </a:p>
        </p:txBody>
      </p:sp>
      <p:sp>
        <p:nvSpPr>
          <p:cNvPr id="216" name="Google Shape;216;p33"/>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pPr lvl="0"/>
            <a:r>
              <a:rPr lang="en-PH" dirty="0">
                <a:latin typeface="Montserrat SemiBold" pitchFamily="2" charset="77"/>
              </a:rPr>
              <a:t>Course Intended </a:t>
            </a:r>
            <a:r>
              <a:rPr lang="en-PH" dirty="0">
                <a:solidFill>
                  <a:schemeClr val="bg2"/>
                </a:solidFill>
                <a:latin typeface="Montserrat SemiBold" pitchFamily="2" charset="77"/>
              </a:rPr>
              <a:t>Learning Outcomes</a:t>
            </a:r>
            <a:endParaRPr dirty="0">
              <a:solidFill>
                <a:schemeClr val="bg2"/>
              </a:solidFill>
              <a:latin typeface="Montserrat SemiBold" pitchFamily="2" charset="77"/>
            </a:endParaRPr>
          </a:p>
        </p:txBody>
      </p:sp>
      <p:sp>
        <p:nvSpPr>
          <p:cNvPr id="236" name="Google Shape;236;p36"/>
          <p:cNvSpPr txBox="1">
            <a:spLocks noGrp="1"/>
          </p:cNvSpPr>
          <p:nvPr>
            <p:ph type="subTitle" idx="1"/>
          </p:nvPr>
        </p:nvSpPr>
        <p:spPr>
          <a:xfrm>
            <a:off x="788100" y="2111267"/>
            <a:ext cx="2261700" cy="40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#1</a:t>
            </a:r>
            <a:endParaRPr dirty="0"/>
          </a:p>
        </p:txBody>
      </p:sp>
      <p:sp>
        <p:nvSpPr>
          <p:cNvPr id="237" name="Google Shape;237;p36"/>
          <p:cNvSpPr txBox="1">
            <a:spLocks noGrp="1"/>
          </p:cNvSpPr>
          <p:nvPr>
            <p:ph type="subTitle" idx="2"/>
          </p:nvPr>
        </p:nvSpPr>
        <p:spPr>
          <a:xfrm>
            <a:off x="788100" y="2486717"/>
            <a:ext cx="2261700" cy="723900"/>
          </a:xfrm>
          <a:prstGeom prst="rect">
            <a:avLst/>
          </a:prstGeom>
        </p:spPr>
        <p:txBody>
          <a:bodyPr spcFirstLastPara="1" wrap="square" lIns="91425" tIns="91425" rIns="91425" bIns="91425" anchor="t" anchorCtr="0">
            <a:noAutofit/>
          </a:bodyPr>
          <a:lstStyle/>
          <a:p>
            <a:pPr marL="0" lvl="0" indent="0">
              <a:spcAft>
                <a:spcPts val="1600"/>
              </a:spcAft>
              <a:buClr>
                <a:schemeClr val="dk1"/>
              </a:buClr>
              <a:buSzPts val="1100"/>
            </a:pPr>
            <a:r>
              <a:rPr lang="en-PH" dirty="0"/>
              <a:t>Use systems analysis and design tools to analyze business processes and identify IT-based solutions for a capstone project.</a:t>
            </a:r>
            <a:endParaRPr dirty="0"/>
          </a:p>
        </p:txBody>
      </p:sp>
      <p:sp>
        <p:nvSpPr>
          <p:cNvPr id="238" name="Google Shape;238;p36"/>
          <p:cNvSpPr txBox="1">
            <a:spLocks noGrp="1"/>
          </p:cNvSpPr>
          <p:nvPr>
            <p:ph type="subTitle" idx="3"/>
          </p:nvPr>
        </p:nvSpPr>
        <p:spPr>
          <a:xfrm>
            <a:off x="3441150" y="2111267"/>
            <a:ext cx="2261700" cy="40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#2</a:t>
            </a:r>
            <a:endParaRPr dirty="0"/>
          </a:p>
        </p:txBody>
      </p:sp>
      <p:sp>
        <p:nvSpPr>
          <p:cNvPr id="239" name="Google Shape;239;p36"/>
          <p:cNvSpPr txBox="1">
            <a:spLocks noGrp="1"/>
          </p:cNvSpPr>
          <p:nvPr>
            <p:ph type="subTitle" idx="4"/>
          </p:nvPr>
        </p:nvSpPr>
        <p:spPr>
          <a:xfrm>
            <a:off x="3441150" y="2486717"/>
            <a:ext cx="2261700" cy="723900"/>
          </a:xfrm>
          <a:prstGeom prst="rect">
            <a:avLst/>
          </a:prstGeom>
        </p:spPr>
        <p:txBody>
          <a:bodyPr spcFirstLastPara="1" wrap="square" lIns="91425" tIns="91425" rIns="91425" bIns="91425" anchor="t" anchorCtr="0">
            <a:noAutofit/>
          </a:bodyPr>
          <a:lstStyle/>
          <a:p>
            <a:pPr marL="0" lvl="0" indent="0">
              <a:spcAft>
                <a:spcPts val="1600"/>
              </a:spcAft>
              <a:buClr>
                <a:schemeClr val="dk1"/>
              </a:buClr>
              <a:buSzPts val="1100"/>
            </a:pPr>
            <a:r>
              <a:rPr lang="en-PH" dirty="0"/>
              <a:t>Present and defend the proposed capstone project to different audiences.</a:t>
            </a:r>
            <a:endParaRPr dirty="0"/>
          </a:p>
        </p:txBody>
      </p:sp>
      <p:sp>
        <p:nvSpPr>
          <p:cNvPr id="240" name="Google Shape;240;p36"/>
          <p:cNvSpPr txBox="1">
            <a:spLocks noGrp="1"/>
          </p:cNvSpPr>
          <p:nvPr>
            <p:ph type="subTitle" idx="5"/>
          </p:nvPr>
        </p:nvSpPr>
        <p:spPr>
          <a:xfrm>
            <a:off x="6094200" y="2111267"/>
            <a:ext cx="2261700" cy="408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#3</a:t>
            </a:r>
            <a:endParaRPr dirty="0"/>
          </a:p>
        </p:txBody>
      </p:sp>
      <p:sp>
        <p:nvSpPr>
          <p:cNvPr id="241" name="Google Shape;241;p36"/>
          <p:cNvSpPr txBox="1">
            <a:spLocks noGrp="1"/>
          </p:cNvSpPr>
          <p:nvPr>
            <p:ph type="subTitle" idx="6"/>
          </p:nvPr>
        </p:nvSpPr>
        <p:spPr>
          <a:xfrm>
            <a:off x="6094200" y="2486717"/>
            <a:ext cx="2261700" cy="723900"/>
          </a:xfrm>
          <a:prstGeom prst="rect">
            <a:avLst/>
          </a:prstGeom>
        </p:spPr>
        <p:txBody>
          <a:bodyPr spcFirstLastPara="1" wrap="square" lIns="91425" tIns="91425" rIns="91425" bIns="91425" anchor="t" anchorCtr="0">
            <a:noAutofit/>
          </a:bodyPr>
          <a:lstStyle/>
          <a:p>
            <a:pPr marL="0" lvl="0" indent="0">
              <a:spcAft>
                <a:spcPts val="1600"/>
              </a:spcAft>
              <a:buClr>
                <a:schemeClr val="dk1"/>
              </a:buClr>
              <a:buSzPts val="1100"/>
            </a:pPr>
            <a:r>
              <a:rPr lang="en-PH" dirty="0"/>
              <a:t>Develop the approved capstone project by creating an initial system user interface prototype.</a:t>
            </a:r>
            <a:endParaRPr dirty="0"/>
          </a:p>
        </p:txBody>
      </p:sp>
      <p:sp>
        <p:nvSpPr>
          <p:cNvPr id="5" name="Google Shape;10969;p81">
            <a:extLst>
              <a:ext uri="{FF2B5EF4-FFF2-40B4-BE49-F238E27FC236}">
                <a16:creationId xmlns:a16="http://schemas.microsoft.com/office/drawing/2014/main" id="{0B39AD6B-1FFA-24C0-C296-F9412C4C2288}"/>
              </a:ext>
            </a:extLst>
          </p:cNvPr>
          <p:cNvSpPr/>
          <p:nvPr/>
        </p:nvSpPr>
        <p:spPr>
          <a:xfrm>
            <a:off x="4159148" y="1295380"/>
            <a:ext cx="828419" cy="826151"/>
          </a:xfrm>
          <a:custGeom>
            <a:avLst/>
            <a:gdLst/>
            <a:ahLst/>
            <a:cxnLst/>
            <a:rect l="l" t="t" r="r" b="b"/>
            <a:pathLst>
              <a:path w="11689" h="11657" extrusionOk="0">
                <a:moveTo>
                  <a:pt x="5797" y="2111"/>
                </a:moveTo>
                <a:cubicBezTo>
                  <a:pt x="6175" y="2111"/>
                  <a:pt x="6459" y="2426"/>
                  <a:pt x="6459" y="2773"/>
                </a:cubicBezTo>
                <a:cubicBezTo>
                  <a:pt x="6459" y="3151"/>
                  <a:pt x="6175" y="3466"/>
                  <a:pt x="5797" y="3466"/>
                </a:cubicBezTo>
                <a:cubicBezTo>
                  <a:pt x="5388" y="3466"/>
                  <a:pt x="5104" y="3151"/>
                  <a:pt x="5104" y="2773"/>
                </a:cubicBezTo>
                <a:cubicBezTo>
                  <a:pt x="5104" y="2426"/>
                  <a:pt x="5419" y="2111"/>
                  <a:pt x="5797" y="2111"/>
                </a:cubicBezTo>
                <a:close/>
                <a:moveTo>
                  <a:pt x="6112" y="4159"/>
                </a:moveTo>
                <a:cubicBezTo>
                  <a:pt x="6648" y="4159"/>
                  <a:pt x="7120" y="4631"/>
                  <a:pt x="7120" y="5198"/>
                </a:cubicBezTo>
                <a:lnTo>
                  <a:pt x="7120" y="5545"/>
                </a:lnTo>
                <a:lnTo>
                  <a:pt x="4379" y="5545"/>
                </a:lnTo>
                <a:lnTo>
                  <a:pt x="4379" y="5198"/>
                </a:lnTo>
                <a:cubicBezTo>
                  <a:pt x="4411" y="4600"/>
                  <a:pt x="4884" y="4159"/>
                  <a:pt x="5419" y="4159"/>
                </a:cubicBezTo>
                <a:close/>
                <a:moveTo>
                  <a:pt x="10586" y="662"/>
                </a:moveTo>
                <a:cubicBezTo>
                  <a:pt x="10775" y="662"/>
                  <a:pt x="10932" y="819"/>
                  <a:pt x="10932" y="1008"/>
                </a:cubicBezTo>
                <a:lnTo>
                  <a:pt x="10932" y="5860"/>
                </a:lnTo>
                <a:lnTo>
                  <a:pt x="10996" y="5860"/>
                </a:lnTo>
                <a:cubicBezTo>
                  <a:pt x="10996" y="6049"/>
                  <a:pt x="10838" y="6207"/>
                  <a:pt x="10617" y="6207"/>
                </a:cubicBezTo>
                <a:lnTo>
                  <a:pt x="9483" y="6207"/>
                </a:lnTo>
                <a:cubicBezTo>
                  <a:pt x="9326" y="5829"/>
                  <a:pt x="8979" y="5545"/>
                  <a:pt x="8507" y="5545"/>
                </a:cubicBezTo>
                <a:lnTo>
                  <a:pt x="7845" y="5545"/>
                </a:lnTo>
                <a:lnTo>
                  <a:pt x="7845" y="5198"/>
                </a:lnTo>
                <a:cubicBezTo>
                  <a:pt x="7845" y="4505"/>
                  <a:pt x="7435" y="3938"/>
                  <a:pt x="6837" y="3655"/>
                </a:cubicBezTo>
                <a:cubicBezTo>
                  <a:pt x="7057" y="3403"/>
                  <a:pt x="7152" y="3151"/>
                  <a:pt x="7152" y="2773"/>
                </a:cubicBezTo>
                <a:cubicBezTo>
                  <a:pt x="7152" y="2048"/>
                  <a:pt x="6522" y="1418"/>
                  <a:pt x="5797" y="1418"/>
                </a:cubicBezTo>
                <a:cubicBezTo>
                  <a:pt x="5041" y="1418"/>
                  <a:pt x="4411" y="2048"/>
                  <a:pt x="4411" y="2773"/>
                </a:cubicBezTo>
                <a:cubicBezTo>
                  <a:pt x="4411" y="3088"/>
                  <a:pt x="4537" y="3403"/>
                  <a:pt x="4726" y="3655"/>
                </a:cubicBezTo>
                <a:cubicBezTo>
                  <a:pt x="4127" y="3938"/>
                  <a:pt x="3749" y="4505"/>
                  <a:pt x="3749" y="5198"/>
                </a:cubicBezTo>
                <a:lnTo>
                  <a:pt x="3749" y="5545"/>
                </a:lnTo>
                <a:lnTo>
                  <a:pt x="3056" y="5545"/>
                </a:lnTo>
                <a:cubicBezTo>
                  <a:pt x="2647" y="5545"/>
                  <a:pt x="2237" y="5829"/>
                  <a:pt x="2080" y="6207"/>
                </a:cubicBezTo>
                <a:lnTo>
                  <a:pt x="977" y="6207"/>
                </a:lnTo>
                <a:cubicBezTo>
                  <a:pt x="788" y="6207"/>
                  <a:pt x="630" y="6049"/>
                  <a:pt x="630" y="5860"/>
                </a:cubicBezTo>
                <a:lnTo>
                  <a:pt x="630" y="1008"/>
                </a:lnTo>
                <a:cubicBezTo>
                  <a:pt x="630" y="819"/>
                  <a:pt x="788" y="662"/>
                  <a:pt x="977" y="662"/>
                </a:cubicBezTo>
                <a:close/>
                <a:moveTo>
                  <a:pt x="8538" y="6175"/>
                </a:moveTo>
                <a:cubicBezTo>
                  <a:pt x="8759" y="6175"/>
                  <a:pt x="8916" y="6333"/>
                  <a:pt x="8916" y="6522"/>
                </a:cubicBezTo>
                <a:cubicBezTo>
                  <a:pt x="8853" y="6711"/>
                  <a:pt x="8696" y="6868"/>
                  <a:pt x="8538" y="6868"/>
                </a:cubicBezTo>
                <a:lnTo>
                  <a:pt x="3088" y="6868"/>
                </a:lnTo>
                <a:cubicBezTo>
                  <a:pt x="2867" y="6868"/>
                  <a:pt x="2710" y="6711"/>
                  <a:pt x="2710" y="6522"/>
                </a:cubicBezTo>
                <a:cubicBezTo>
                  <a:pt x="2710" y="6333"/>
                  <a:pt x="2867" y="6175"/>
                  <a:pt x="3088" y="6175"/>
                </a:cubicBezTo>
                <a:close/>
                <a:moveTo>
                  <a:pt x="8160" y="7593"/>
                </a:moveTo>
                <a:lnTo>
                  <a:pt x="7561" y="11027"/>
                </a:lnTo>
                <a:lnTo>
                  <a:pt x="4033" y="11027"/>
                </a:lnTo>
                <a:lnTo>
                  <a:pt x="3466" y="7593"/>
                </a:lnTo>
                <a:close/>
                <a:moveTo>
                  <a:pt x="1008" y="0"/>
                </a:moveTo>
                <a:cubicBezTo>
                  <a:pt x="473" y="0"/>
                  <a:pt x="0" y="473"/>
                  <a:pt x="0" y="1008"/>
                </a:cubicBezTo>
                <a:lnTo>
                  <a:pt x="0" y="5860"/>
                </a:lnTo>
                <a:cubicBezTo>
                  <a:pt x="0" y="6396"/>
                  <a:pt x="473" y="6868"/>
                  <a:pt x="1008" y="6868"/>
                </a:cubicBezTo>
                <a:lnTo>
                  <a:pt x="2111" y="6868"/>
                </a:lnTo>
                <a:cubicBezTo>
                  <a:pt x="2237" y="7183"/>
                  <a:pt x="2489" y="7435"/>
                  <a:pt x="2804" y="7498"/>
                </a:cubicBezTo>
                <a:lnTo>
                  <a:pt x="3434" y="11373"/>
                </a:lnTo>
                <a:cubicBezTo>
                  <a:pt x="3466" y="11531"/>
                  <a:pt x="3592" y="11657"/>
                  <a:pt x="3781" y="11657"/>
                </a:cubicBezTo>
                <a:lnTo>
                  <a:pt x="7877" y="11657"/>
                </a:lnTo>
                <a:cubicBezTo>
                  <a:pt x="8034" y="11657"/>
                  <a:pt x="8192" y="11531"/>
                  <a:pt x="8223" y="11373"/>
                </a:cubicBezTo>
                <a:lnTo>
                  <a:pt x="8853" y="7498"/>
                </a:lnTo>
                <a:cubicBezTo>
                  <a:pt x="9168" y="7435"/>
                  <a:pt x="9420" y="7183"/>
                  <a:pt x="9546" y="6868"/>
                </a:cubicBezTo>
                <a:lnTo>
                  <a:pt x="10680" y="6868"/>
                </a:lnTo>
                <a:cubicBezTo>
                  <a:pt x="11216" y="6868"/>
                  <a:pt x="11689" y="6396"/>
                  <a:pt x="11689" y="5860"/>
                </a:cubicBezTo>
                <a:lnTo>
                  <a:pt x="11689" y="1008"/>
                </a:lnTo>
                <a:cubicBezTo>
                  <a:pt x="11657" y="473"/>
                  <a:pt x="11185" y="0"/>
                  <a:pt x="10617" y="0"/>
                </a:cubicBezTo>
                <a:close/>
              </a:path>
            </a:pathLst>
          </a:custGeom>
          <a:solidFill>
            <a:schemeClr val="bg2"/>
          </a:solidFill>
          <a:ln>
            <a:solidFill>
              <a:schemeClr val="bg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11008;p81">
            <a:extLst>
              <a:ext uri="{FF2B5EF4-FFF2-40B4-BE49-F238E27FC236}">
                <a16:creationId xmlns:a16="http://schemas.microsoft.com/office/drawing/2014/main" id="{3CF2DDCB-7F9A-B671-5FD8-0AF9CC0F62B6}"/>
              </a:ext>
            </a:extLst>
          </p:cNvPr>
          <p:cNvGrpSpPr/>
          <p:nvPr/>
        </p:nvGrpSpPr>
        <p:grpSpPr>
          <a:xfrm>
            <a:off x="6812198" y="1295380"/>
            <a:ext cx="825704" cy="819285"/>
            <a:chOff x="6790450" y="3119050"/>
            <a:chExt cx="262750" cy="260675"/>
          </a:xfrm>
          <a:solidFill>
            <a:schemeClr val="bg2"/>
          </a:solidFill>
        </p:grpSpPr>
        <p:sp>
          <p:nvSpPr>
            <p:cNvPr id="7" name="Google Shape;11009;p81">
              <a:extLst>
                <a:ext uri="{FF2B5EF4-FFF2-40B4-BE49-F238E27FC236}">
                  <a16:creationId xmlns:a16="http://schemas.microsoft.com/office/drawing/2014/main" id="{295FF9E6-4C3C-37E8-65A7-ABE41D4FEEE3}"/>
                </a:ext>
              </a:extLst>
            </p:cNvPr>
            <p:cNvSpPr/>
            <p:nvPr/>
          </p:nvSpPr>
          <p:spPr>
            <a:xfrm>
              <a:off x="6790450" y="3119050"/>
              <a:ext cx="262750" cy="260675"/>
            </a:xfrm>
            <a:custGeom>
              <a:avLst/>
              <a:gdLst/>
              <a:ahLst/>
              <a:cxnLst/>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solidFill>
                <a:schemeClr val="bg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010;p81">
              <a:extLst>
                <a:ext uri="{FF2B5EF4-FFF2-40B4-BE49-F238E27FC236}">
                  <a16:creationId xmlns:a16="http://schemas.microsoft.com/office/drawing/2014/main" id="{C420CEAB-FA48-597A-161D-B9B77A4B1FC1}"/>
                </a:ext>
              </a:extLst>
            </p:cNvPr>
            <p:cNvSpPr/>
            <p:nvPr/>
          </p:nvSpPr>
          <p:spPr>
            <a:xfrm flipH="1">
              <a:off x="6790450" y="3119050"/>
              <a:ext cx="262750" cy="260675"/>
            </a:xfrm>
            <a:custGeom>
              <a:avLst/>
              <a:gdLst/>
              <a:ahLst/>
              <a:cxnLst/>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solidFill>
                <a:schemeClr val="bg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0382;p79">
            <a:extLst>
              <a:ext uri="{FF2B5EF4-FFF2-40B4-BE49-F238E27FC236}">
                <a16:creationId xmlns:a16="http://schemas.microsoft.com/office/drawing/2014/main" id="{E81C71F7-DBB1-95B0-DE87-4BAE7DC056BC}"/>
              </a:ext>
            </a:extLst>
          </p:cNvPr>
          <p:cNvSpPr/>
          <p:nvPr/>
        </p:nvSpPr>
        <p:spPr>
          <a:xfrm>
            <a:off x="1506098" y="1285051"/>
            <a:ext cx="828419" cy="826216"/>
          </a:xfrm>
          <a:custGeom>
            <a:avLst/>
            <a:gdLst/>
            <a:ahLst/>
            <a:cxnLst/>
            <a:rect l="l" t="t" r="r" b="b"/>
            <a:pathLst>
              <a:path w="12036" h="12004" extrusionOk="0">
                <a:moveTo>
                  <a:pt x="1450" y="693"/>
                </a:moveTo>
                <a:lnTo>
                  <a:pt x="1450" y="1418"/>
                </a:lnTo>
                <a:lnTo>
                  <a:pt x="756" y="1418"/>
                </a:lnTo>
                <a:lnTo>
                  <a:pt x="756" y="693"/>
                </a:lnTo>
                <a:close/>
                <a:moveTo>
                  <a:pt x="11342" y="693"/>
                </a:moveTo>
                <a:lnTo>
                  <a:pt x="11342" y="1418"/>
                </a:lnTo>
                <a:lnTo>
                  <a:pt x="10618" y="1418"/>
                </a:lnTo>
                <a:lnTo>
                  <a:pt x="10618" y="693"/>
                </a:lnTo>
                <a:close/>
                <a:moveTo>
                  <a:pt x="6049" y="4191"/>
                </a:moveTo>
                <a:cubicBezTo>
                  <a:pt x="6270" y="4191"/>
                  <a:pt x="6427" y="4380"/>
                  <a:pt x="6427" y="4569"/>
                </a:cubicBezTo>
                <a:cubicBezTo>
                  <a:pt x="6427" y="4758"/>
                  <a:pt x="6270" y="4915"/>
                  <a:pt x="6049" y="4915"/>
                </a:cubicBezTo>
                <a:cubicBezTo>
                  <a:pt x="5860" y="4915"/>
                  <a:pt x="5703" y="4758"/>
                  <a:pt x="5703" y="4569"/>
                </a:cubicBezTo>
                <a:cubicBezTo>
                  <a:pt x="5703" y="4380"/>
                  <a:pt x="5860" y="4191"/>
                  <a:pt x="6049" y="4191"/>
                </a:cubicBezTo>
                <a:close/>
                <a:moveTo>
                  <a:pt x="6081" y="1040"/>
                </a:moveTo>
                <a:cubicBezTo>
                  <a:pt x="6144" y="1166"/>
                  <a:pt x="8381" y="5167"/>
                  <a:pt x="8475" y="5262"/>
                </a:cubicBezTo>
                <a:lnTo>
                  <a:pt x="7278" y="7026"/>
                </a:lnTo>
                <a:lnTo>
                  <a:pt x="6427" y="7026"/>
                </a:lnTo>
                <a:lnTo>
                  <a:pt x="6427" y="5577"/>
                </a:lnTo>
                <a:cubicBezTo>
                  <a:pt x="6805" y="5419"/>
                  <a:pt x="7120" y="5041"/>
                  <a:pt x="7120" y="4600"/>
                </a:cubicBezTo>
                <a:cubicBezTo>
                  <a:pt x="7120" y="4001"/>
                  <a:pt x="6648" y="3529"/>
                  <a:pt x="6081" y="3529"/>
                </a:cubicBezTo>
                <a:cubicBezTo>
                  <a:pt x="5482" y="3529"/>
                  <a:pt x="5010" y="4001"/>
                  <a:pt x="5010" y="4600"/>
                </a:cubicBezTo>
                <a:cubicBezTo>
                  <a:pt x="5010" y="5073"/>
                  <a:pt x="5293" y="5451"/>
                  <a:pt x="5703" y="5577"/>
                </a:cubicBezTo>
                <a:lnTo>
                  <a:pt x="5703" y="7026"/>
                </a:lnTo>
                <a:lnTo>
                  <a:pt x="4852" y="7026"/>
                </a:lnTo>
                <a:lnTo>
                  <a:pt x="3655" y="5262"/>
                </a:lnTo>
                <a:cubicBezTo>
                  <a:pt x="3749" y="5167"/>
                  <a:pt x="5986" y="1166"/>
                  <a:pt x="6081" y="1040"/>
                </a:cubicBezTo>
                <a:close/>
                <a:moveTo>
                  <a:pt x="3812" y="3529"/>
                </a:moveTo>
                <a:lnTo>
                  <a:pt x="2899" y="5104"/>
                </a:lnTo>
                <a:cubicBezTo>
                  <a:pt x="2836" y="5230"/>
                  <a:pt x="2836" y="5388"/>
                  <a:pt x="2899" y="5451"/>
                </a:cubicBezTo>
                <a:lnTo>
                  <a:pt x="4064" y="7215"/>
                </a:lnTo>
                <a:cubicBezTo>
                  <a:pt x="3749" y="7404"/>
                  <a:pt x="3529" y="7719"/>
                  <a:pt x="3529" y="8097"/>
                </a:cubicBezTo>
                <a:lnTo>
                  <a:pt x="3529" y="8475"/>
                </a:lnTo>
                <a:lnTo>
                  <a:pt x="693" y="8475"/>
                </a:lnTo>
                <a:lnTo>
                  <a:pt x="693" y="3907"/>
                </a:lnTo>
                <a:cubicBezTo>
                  <a:pt x="788" y="3686"/>
                  <a:pt x="945" y="3529"/>
                  <a:pt x="1103" y="3529"/>
                </a:cubicBezTo>
                <a:close/>
                <a:moveTo>
                  <a:pt x="7436" y="7751"/>
                </a:moveTo>
                <a:cubicBezTo>
                  <a:pt x="7625" y="7751"/>
                  <a:pt x="7782" y="7908"/>
                  <a:pt x="7782" y="8097"/>
                </a:cubicBezTo>
                <a:lnTo>
                  <a:pt x="7782" y="8475"/>
                </a:lnTo>
                <a:lnTo>
                  <a:pt x="4285" y="8475"/>
                </a:lnTo>
                <a:lnTo>
                  <a:pt x="4285" y="8097"/>
                </a:lnTo>
                <a:cubicBezTo>
                  <a:pt x="4285" y="7908"/>
                  <a:pt x="4443" y="7751"/>
                  <a:pt x="4632" y="7751"/>
                </a:cubicBezTo>
                <a:close/>
                <a:moveTo>
                  <a:pt x="10996" y="3529"/>
                </a:moveTo>
                <a:cubicBezTo>
                  <a:pt x="11185" y="3529"/>
                  <a:pt x="11342" y="3686"/>
                  <a:pt x="11342" y="3907"/>
                </a:cubicBezTo>
                <a:lnTo>
                  <a:pt x="11342" y="8475"/>
                </a:lnTo>
                <a:lnTo>
                  <a:pt x="8507" y="8475"/>
                </a:lnTo>
                <a:lnTo>
                  <a:pt x="8507" y="8097"/>
                </a:lnTo>
                <a:cubicBezTo>
                  <a:pt x="8507" y="7719"/>
                  <a:pt x="8318" y="7404"/>
                  <a:pt x="8003" y="7215"/>
                </a:cubicBezTo>
                <a:lnTo>
                  <a:pt x="9137" y="5451"/>
                </a:lnTo>
                <a:cubicBezTo>
                  <a:pt x="9200" y="5356"/>
                  <a:pt x="9200" y="5230"/>
                  <a:pt x="9137" y="5104"/>
                </a:cubicBezTo>
                <a:lnTo>
                  <a:pt x="8223" y="3529"/>
                </a:lnTo>
                <a:close/>
                <a:moveTo>
                  <a:pt x="11342" y="9137"/>
                </a:moveTo>
                <a:lnTo>
                  <a:pt x="11342" y="9483"/>
                </a:lnTo>
                <a:cubicBezTo>
                  <a:pt x="11342" y="9672"/>
                  <a:pt x="11185" y="9830"/>
                  <a:pt x="10996" y="9830"/>
                </a:cubicBezTo>
                <a:lnTo>
                  <a:pt x="1103" y="9830"/>
                </a:lnTo>
                <a:cubicBezTo>
                  <a:pt x="914" y="9830"/>
                  <a:pt x="756" y="9672"/>
                  <a:pt x="756" y="9483"/>
                </a:cubicBezTo>
                <a:lnTo>
                  <a:pt x="756" y="9137"/>
                </a:lnTo>
                <a:close/>
                <a:moveTo>
                  <a:pt x="6427" y="10554"/>
                </a:moveTo>
                <a:lnTo>
                  <a:pt x="6427" y="11248"/>
                </a:lnTo>
                <a:lnTo>
                  <a:pt x="5703" y="11248"/>
                </a:lnTo>
                <a:lnTo>
                  <a:pt x="5703" y="10554"/>
                </a:lnTo>
                <a:close/>
                <a:moveTo>
                  <a:pt x="347" y="0"/>
                </a:moveTo>
                <a:cubicBezTo>
                  <a:pt x="158" y="0"/>
                  <a:pt x="0" y="158"/>
                  <a:pt x="0" y="347"/>
                </a:cubicBezTo>
                <a:lnTo>
                  <a:pt x="0" y="1765"/>
                </a:lnTo>
                <a:cubicBezTo>
                  <a:pt x="0" y="1954"/>
                  <a:pt x="158" y="2111"/>
                  <a:pt x="347" y="2111"/>
                </a:cubicBezTo>
                <a:lnTo>
                  <a:pt x="1765" y="2111"/>
                </a:lnTo>
                <a:cubicBezTo>
                  <a:pt x="1954" y="2111"/>
                  <a:pt x="2111" y="1954"/>
                  <a:pt x="2111" y="1765"/>
                </a:cubicBezTo>
                <a:lnTo>
                  <a:pt x="2111" y="1418"/>
                </a:lnTo>
                <a:lnTo>
                  <a:pt x="5010" y="1418"/>
                </a:lnTo>
                <a:lnTo>
                  <a:pt x="4159" y="2836"/>
                </a:lnTo>
                <a:lnTo>
                  <a:pt x="1072" y="2836"/>
                </a:lnTo>
                <a:cubicBezTo>
                  <a:pt x="473" y="2836"/>
                  <a:pt x="0" y="3308"/>
                  <a:pt x="0" y="3907"/>
                </a:cubicBezTo>
                <a:lnTo>
                  <a:pt x="0" y="9515"/>
                </a:lnTo>
                <a:cubicBezTo>
                  <a:pt x="0" y="10113"/>
                  <a:pt x="473" y="10586"/>
                  <a:pt x="1072" y="10586"/>
                </a:cubicBezTo>
                <a:lnTo>
                  <a:pt x="4947" y="10586"/>
                </a:lnTo>
                <a:lnTo>
                  <a:pt x="4947" y="11311"/>
                </a:lnTo>
                <a:lnTo>
                  <a:pt x="3907" y="11311"/>
                </a:lnTo>
                <a:cubicBezTo>
                  <a:pt x="3686" y="11311"/>
                  <a:pt x="3529" y="11468"/>
                  <a:pt x="3529" y="11657"/>
                </a:cubicBezTo>
                <a:cubicBezTo>
                  <a:pt x="3529" y="11846"/>
                  <a:pt x="3686" y="12004"/>
                  <a:pt x="3907" y="12004"/>
                </a:cubicBezTo>
                <a:lnTo>
                  <a:pt x="8097" y="12004"/>
                </a:lnTo>
                <a:cubicBezTo>
                  <a:pt x="8318" y="12004"/>
                  <a:pt x="8475" y="11846"/>
                  <a:pt x="8475" y="11657"/>
                </a:cubicBezTo>
                <a:cubicBezTo>
                  <a:pt x="8475" y="11468"/>
                  <a:pt x="8318" y="11311"/>
                  <a:pt x="8097" y="11311"/>
                </a:cubicBezTo>
                <a:lnTo>
                  <a:pt x="7057" y="11311"/>
                </a:lnTo>
                <a:lnTo>
                  <a:pt x="7057" y="10586"/>
                </a:lnTo>
                <a:lnTo>
                  <a:pt x="10933" y="10586"/>
                </a:lnTo>
                <a:cubicBezTo>
                  <a:pt x="11531" y="10586"/>
                  <a:pt x="12004" y="10113"/>
                  <a:pt x="12004" y="9515"/>
                </a:cubicBezTo>
                <a:lnTo>
                  <a:pt x="12004" y="3907"/>
                </a:lnTo>
                <a:cubicBezTo>
                  <a:pt x="12035" y="3308"/>
                  <a:pt x="11563" y="2836"/>
                  <a:pt x="10996" y="2836"/>
                </a:cubicBezTo>
                <a:lnTo>
                  <a:pt x="7877" y="2836"/>
                </a:lnTo>
                <a:lnTo>
                  <a:pt x="7057" y="1418"/>
                </a:lnTo>
                <a:lnTo>
                  <a:pt x="9924" y="1418"/>
                </a:lnTo>
                <a:lnTo>
                  <a:pt x="9924" y="1765"/>
                </a:lnTo>
                <a:cubicBezTo>
                  <a:pt x="9924" y="1954"/>
                  <a:pt x="10082" y="2111"/>
                  <a:pt x="10271" y="2111"/>
                </a:cubicBezTo>
                <a:lnTo>
                  <a:pt x="11689" y="2111"/>
                </a:lnTo>
                <a:cubicBezTo>
                  <a:pt x="11878" y="2111"/>
                  <a:pt x="12035" y="1954"/>
                  <a:pt x="12035" y="1765"/>
                </a:cubicBezTo>
                <a:lnTo>
                  <a:pt x="12035" y="347"/>
                </a:lnTo>
                <a:cubicBezTo>
                  <a:pt x="12035" y="158"/>
                  <a:pt x="11878" y="0"/>
                  <a:pt x="11689" y="0"/>
                </a:cubicBezTo>
                <a:lnTo>
                  <a:pt x="10271" y="0"/>
                </a:lnTo>
                <a:cubicBezTo>
                  <a:pt x="10082" y="0"/>
                  <a:pt x="9924" y="158"/>
                  <a:pt x="9924" y="347"/>
                </a:cubicBezTo>
                <a:lnTo>
                  <a:pt x="9924" y="693"/>
                </a:lnTo>
                <a:lnTo>
                  <a:pt x="6648" y="693"/>
                </a:lnTo>
                <a:lnTo>
                  <a:pt x="6333" y="189"/>
                </a:lnTo>
                <a:cubicBezTo>
                  <a:pt x="6270" y="63"/>
                  <a:pt x="6144" y="0"/>
                  <a:pt x="6018" y="0"/>
                </a:cubicBezTo>
                <a:cubicBezTo>
                  <a:pt x="5892" y="0"/>
                  <a:pt x="5797" y="63"/>
                  <a:pt x="5703" y="189"/>
                </a:cubicBezTo>
                <a:lnTo>
                  <a:pt x="5388" y="693"/>
                </a:lnTo>
                <a:lnTo>
                  <a:pt x="2111" y="693"/>
                </a:lnTo>
                <a:lnTo>
                  <a:pt x="2111" y="347"/>
                </a:lnTo>
                <a:cubicBezTo>
                  <a:pt x="2111" y="158"/>
                  <a:pt x="1954" y="0"/>
                  <a:pt x="1765" y="0"/>
                </a:cubicBezTo>
                <a:close/>
              </a:path>
            </a:pathLst>
          </a:custGeom>
          <a:solidFill>
            <a:schemeClr val="bg2"/>
          </a:solidFill>
          <a:ln>
            <a:solidFill>
              <a:schemeClr val="bg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p>
            <a:r>
              <a:rPr lang="en-PH" dirty="0">
                <a:latin typeface="Montserrat SemiBold" pitchFamily="2" charset="77"/>
              </a:rPr>
              <a:t>Capstone </a:t>
            </a:r>
            <a:r>
              <a:rPr lang="en-PH" dirty="0">
                <a:solidFill>
                  <a:schemeClr val="bg2"/>
                </a:solidFill>
                <a:latin typeface="Montserrat SemiBold" pitchFamily="2" charset="77"/>
              </a:rPr>
              <a:t>Project Composition</a:t>
            </a:r>
          </a:p>
        </p:txBody>
      </p:sp>
      <p:sp>
        <p:nvSpPr>
          <p:cNvPr id="198" name="Google Shape;198;p32"/>
          <p:cNvSpPr txBox="1">
            <a:spLocks noGrp="1"/>
          </p:cNvSpPr>
          <p:nvPr>
            <p:ph type="ctrTitle" idx="2"/>
          </p:nvPr>
        </p:nvSpPr>
        <p:spPr>
          <a:xfrm>
            <a:off x="2127469" y="1571942"/>
            <a:ext cx="2150400" cy="384000"/>
          </a:xfrm>
          <a:prstGeom prst="rect">
            <a:avLst/>
          </a:prstGeom>
        </p:spPr>
        <p:txBody>
          <a:bodyPr spcFirstLastPara="1" wrap="square" lIns="91425" tIns="91425" rIns="91425" bIns="91425" anchor="t" anchorCtr="0">
            <a:noAutofit/>
          </a:bodyPr>
          <a:lstStyle/>
          <a:p>
            <a:pPr lvl="0"/>
            <a:r>
              <a:rPr lang="en-PH" dirty="0">
                <a:latin typeface="Montserrat SemiBold" pitchFamily="2" charset="77"/>
              </a:rPr>
              <a:t>Project Manager</a:t>
            </a:r>
            <a:endParaRPr dirty="0">
              <a:latin typeface="Montserrat SemiBold" pitchFamily="2" charset="77"/>
            </a:endParaRPr>
          </a:p>
        </p:txBody>
      </p:sp>
      <p:sp>
        <p:nvSpPr>
          <p:cNvPr id="199" name="Google Shape;199;p32"/>
          <p:cNvSpPr txBox="1">
            <a:spLocks noGrp="1"/>
          </p:cNvSpPr>
          <p:nvPr>
            <p:ph type="title" idx="3"/>
          </p:nvPr>
        </p:nvSpPr>
        <p:spPr>
          <a:xfrm>
            <a:off x="534919" y="1646154"/>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200" name="Google Shape;200;p32"/>
          <p:cNvSpPr txBox="1">
            <a:spLocks noGrp="1"/>
          </p:cNvSpPr>
          <p:nvPr>
            <p:ph type="subTitle" idx="1"/>
          </p:nvPr>
        </p:nvSpPr>
        <p:spPr>
          <a:xfrm>
            <a:off x="2127469" y="1984004"/>
            <a:ext cx="2150400" cy="767700"/>
          </a:xfrm>
          <a:prstGeom prst="rect">
            <a:avLst/>
          </a:prstGeom>
        </p:spPr>
        <p:txBody>
          <a:bodyPr spcFirstLastPara="1" wrap="square" lIns="91425" tIns="91425" rIns="91425" bIns="91425" anchor="t" anchorCtr="0">
            <a:noAutofit/>
          </a:bodyPr>
          <a:lstStyle/>
          <a:p>
            <a:pPr marL="0" lvl="0" indent="0">
              <a:buClr>
                <a:schemeClr val="dk1"/>
              </a:buClr>
              <a:buSzPts val="1100"/>
            </a:pPr>
            <a:r>
              <a:rPr lang="en-PH" dirty="0"/>
              <a:t>Oversees and leads the capstone project.</a:t>
            </a:r>
            <a:endParaRPr dirty="0"/>
          </a:p>
        </p:txBody>
      </p:sp>
      <p:sp>
        <p:nvSpPr>
          <p:cNvPr id="201" name="Google Shape;201;p32"/>
          <p:cNvSpPr txBox="1">
            <a:spLocks noGrp="1"/>
          </p:cNvSpPr>
          <p:nvPr>
            <p:ph type="ctrTitle" idx="4"/>
          </p:nvPr>
        </p:nvSpPr>
        <p:spPr>
          <a:xfrm>
            <a:off x="6092919" y="1571942"/>
            <a:ext cx="2516162" cy="384000"/>
          </a:xfrm>
          <a:prstGeom prst="rect">
            <a:avLst/>
          </a:prstGeom>
        </p:spPr>
        <p:txBody>
          <a:bodyPr spcFirstLastPara="1" wrap="square" lIns="91425" tIns="91425" rIns="91425" bIns="91425" anchor="t" anchorCtr="0">
            <a:noAutofit/>
          </a:bodyPr>
          <a:lstStyle/>
          <a:p>
            <a:pPr lvl="0"/>
            <a:r>
              <a:rPr lang="en-PH" dirty="0">
                <a:latin typeface="Montserrat SemiBold" pitchFamily="2" charset="77"/>
              </a:rPr>
              <a:t>System Analyst &amp; Technical Writer</a:t>
            </a:r>
            <a:endParaRPr dirty="0">
              <a:latin typeface="Montserrat SemiBold" pitchFamily="2" charset="77"/>
            </a:endParaRPr>
          </a:p>
        </p:txBody>
      </p:sp>
      <p:sp>
        <p:nvSpPr>
          <p:cNvPr id="202" name="Google Shape;202;p32"/>
          <p:cNvSpPr txBox="1">
            <a:spLocks noGrp="1"/>
          </p:cNvSpPr>
          <p:nvPr>
            <p:ph type="title" idx="5"/>
          </p:nvPr>
        </p:nvSpPr>
        <p:spPr>
          <a:xfrm>
            <a:off x="4503519" y="1646154"/>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203" name="Google Shape;203;p32"/>
          <p:cNvSpPr txBox="1">
            <a:spLocks noGrp="1"/>
          </p:cNvSpPr>
          <p:nvPr>
            <p:ph type="subTitle" idx="6"/>
          </p:nvPr>
        </p:nvSpPr>
        <p:spPr>
          <a:xfrm>
            <a:off x="6092918" y="2181695"/>
            <a:ext cx="2694945" cy="570012"/>
          </a:xfrm>
          <a:prstGeom prst="rect">
            <a:avLst/>
          </a:prstGeom>
        </p:spPr>
        <p:txBody>
          <a:bodyPr spcFirstLastPara="1" wrap="square" lIns="91425" tIns="91425" rIns="91425" bIns="91425" anchor="t" anchorCtr="0">
            <a:noAutofit/>
          </a:bodyPr>
          <a:lstStyle/>
          <a:p>
            <a:pPr marL="0" lvl="0" indent="0">
              <a:buClr>
                <a:schemeClr val="dk1"/>
              </a:buClr>
              <a:buSzPts val="1100"/>
            </a:pPr>
            <a:r>
              <a:rPr lang="en-PH" dirty="0"/>
              <a:t>Coordinates the system and completes documentation.</a:t>
            </a:r>
            <a:endParaRPr dirty="0"/>
          </a:p>
        </p:txBody>
      </p:sp>
      <p:sp>
        <p:nvSpPr>
          <p:cNvPr id="204" name="Google Shape;204;p32"/>
          <p:cNvSpPr txBox="1">
            <a:spLocks noGrp="1"/>
          </p:cNvSpPr>
          <p:nvPr>
            <p:ph type="ctrTitle" idx="7"/>
          </p:nvPr>
        </p:nvSpPr>
        <p:spPr>
          <a:xfrm>
            <a:off x="2127469" y="2993906"/>
            <a:ext cx="2150400" cy="384000"/>
          </a:xfrm>
          <a:prstGeom prst="rect">
            <a:avLst/>
          </a:prstGeom>
        </p:spPr>
        <p:txBody>
          <a:bodyPr spcFirstLastPara="1" wrap="square" lIns="91425" tIns="91425" rIns="91425" bIns="91425" anchor="t" anchorCtr="0">
            <a:noAutofit/>
          </a:bodyPr>
          <a:lstStyle/>
          <a:p>
            <a:pPr lvl="0"/>
            <a:r>
              <a:rPr lang="en-PH" dirty="0">
                <a:latin typeface="Montserrat SemiBold" pitchFamily="2" charset="77"/>
              </a:rPr>
              <a:t>System Designer</a:t>
            </a:r>
            <a:endParaRPr dirty="0">
              <a:latin typeface="Montserrat SemiBold" pitchFamily="2" charset="77"/>
            </a:endParaRPr>
          </a:p>
        </p:txBody>
      </p:sp>
      <p:sp>
        <p:nvSpPr>
          <p:cNvPr id="205" name="Google Shape;205;p32"/>
          <p:cNvSpPr txBox="1">
            <a:spLocks noGrp="1"/>
          </p:cNvSpPr>
          <p:nvPr>
            <p:ph type="title" idx="8"/>
          </p:nvPr>
        </p:nvSpPr>
        <p:spPr>
          <a:xfrm>
            <a:off x="534919" y="3085579"/>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03</a:t>
            </a:r>
            <a:endParaRPr dirty="0"/>
          </a:p>
        </p:txBody>
      </p:sp>
      <p:sp>
        <p:nvSpPr>
          <p:cNvPr id="206" name="Google Shape;206;p32"/>
          <p:cNvSpPr txBox="1">
            <a:spLocks noGrp="1"/>
          </p:cNvSpPr>
          <p:nvPr>
            <p:ph type="subTitle" idx="9"/>
          </p:nvPr>
        </p:nvSpPr>
        <p:spPr>
          <a:xfrm>
            <a:off x="2127469" y="3423454"/>
            <a:ext cx="2150400" cy="767700"/>
          </a:xfrm>
          <a:prstGeom prst="rect">
            <a:avLst/>
          </a:prstGeom>
        </p:spPr>
        <p:txBody>
          <a:bodyPr spcFirstLastPara="1" wrap="square" lIns="91425" tIns="91425" rIns="91425" bIns="91425" anchor="t" anchorCtr="0">
            <a:noAutofit/>
          </a:bodyPr>
          <a:lstStyle/>
          <a:p>
            <a:pPr marL="0" lvl="0" indent="0">
              <a:buClr>
                <a:schemeClr val="dk1"/>
              </a:buClr>
              <a:buSzPts val="1100"/>
            </a:pPr>
            <a:r>
              <a:rPr lang="en-PH" dirty="0"/>
              <a:t>Designs the database, network, and user interface.</a:t>
            </a:r>
            <a:endParaRPr dirty="0"/>
          </a:p>
        </p:txBody>
      </p:sp>
      <p:sp>
        <p:nvSpPr>
          <p:cNvPr id="207" name="Google Shape;207;p32"/>
          <p:cNvSpPr txBox="1">
            <a:spLocks noGrp="1"/>
          </p:cNvSpPr>
          <p:nvPr>
            <p:ph type="ctrTitle" idx="13"/>
          </p:nvPr>
        </p:nvSpPr>
        <p:spPr>
          <a:xfrm>
            <a:off x="6092769" y="2993904"/>
            <a:ext cx="2473714" cy="384000"/>
          </a:xfrm>
          <a:prstGeom prst="rect">
            <a:avLst/>
          </a:prstGeom>
        </p:spPr>
        <p:txBody>
          <a:bodyPr spcFirstLastPara="1" wrap="square" lIns="91425" tIns="91425" rIns="91425" bIns="91425" anchor="t" anchorCtr="0">
            <a:noAutofit/>
          </a:bodyPr>
          <a:lstStyle/>
          <a:p>
            <a:pPr lvl="0"/>
            <a:r>
              <a:rPr lang="en-PH" dirty="0">
                <a:latin typeface="Montserrat SemiBold" pitchFamily="2" charset="77"/>
              </a:rPr>
              <a:t>System Developer </a:t>
            </a:r>
            <a:endParaRPr dirty="0">
              <a:latin typeface="Montserrat SemiBold" pitchFamily="2" charset="77"/>
            </a:endParaRPr>
          </a:p>
        </p:txBody>
      </p:sp>
      <p:sp>
        <p:nvSpPr>
          <p:cNvPr id="208" name="Google Shape;208;p32"/>
          <p:cNvSpPr txBox="1">
            <a:spLocks noGrp="1"/>
          </p:cNvSpPr>
          <p:nvPr>
            <p:ph type="title" idx="14"/>
          </p:nvPr>
        </p:nvSpPr>
        <p:spPr>
          <a:xfrm>
            <a:off x="4503519" y="3085579"/>
            <a:ext cx="1493400" cy="94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209" name="Google Shape;209;p32"/>
          <p:cNvSpPr txBox="1">
            <a:spLocks noGrp="1"/>
          </p:cNvSpPr>
          <p:nvPr>
            <p:ph type="subTitle" idx="15"/>
          </p:nvPr>
        </p:nvSpPr>
        <p:spPr>
          <a:xfrm>
            <a:off x="6092919" y="3423454"/>
            <a:ext cx="2150400" cy="767700"/>
          </a:xfrm>
          <a:prstGeom prst="rect">
            <a:avLst/>
          </a:prstGeom>
        </p:spPr>
        <p:txBody>
          <a:bodyPr spcFirstLastPara="1" wrap="square" lIns="91425" tIns="91425" rIns="91425" bIns="91425" anchor="t" anchorCtr="0">
            <a:noAutofit/>
          </a:bodyPr>
          <a:lstStyle/>
          <a:p>
            <a:pPr marL="0" lvl="0" indent="0">
              <a:buClr>
                <a:schemeClr val="dk1"/>
              </a:buClr>
              <a:buSzPts val="1100"/>
            </a:pPr>
            <a:r>
              <a:rPr lang="en-PH" dirty="0"/>
              <a:t>Builds and tests the system programs.</a:t>
            </a:r>
            <a:endParaRPr dirty="0"/>
          </a:p>
        </p:txBody>
      </p:sp>
      <p:sp>
        <p:nvSpPr>
          <p:cNvPr id="2" name="Google Shape;200;p32">
            <a:extLst>
              <a:ext uri="{FF2B5EF4-FFF2-40B4-BE49-F238E27FC236}">
                <a16:creationId xmlns:a16="http://schemas.microsoft.com/office/drawing/2014/main" id="{55403909-9400-E3EF-619E-78B95B5436E9}"/>
              </a:ext>
            </a:extLst>
          </p:cNvPr>
          <p:cNvSpPr txBox="1">
            <a:spLocks/>
          </p:cNvSpPr>
          <p:nvPr/>
        </p:nvSpPr>
        <p:spPr>
          <a:xfrm>
            <a:off x="0" y="797928"/>
            <a:ext cx="9144000" cy="76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None/>
              <a:defRPr sz="1400" b="0"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Clr>
                <a:schemeClr val="dk1"/>
              </a:buClr>
              <a:buSzPts val="1100"/>
            </a:pPr>
            <a:r>
              <a:rPr lang="en-PH" dirty="0"/>
              <a:t>The Capstone Project team consists of three to four members, each assigned specific roles and responsibilities regardless of enrollment size.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0">
          <a:extLst>
            <a:ext uri="{FF2B5EF4-FFF2-40B4-BE49-F238E27FC236}">
              <a16:creationId xmlns:a16="http://schemas.microsoft.com/office/drawing/2014/main" id="{CE4EB7FB-61E8-B2D2-5A75-35996C654E5D}"/>
            </a:ext>
          </a:extLst>
        </p:cNvPr>
        <p:cNvGrpSpPr/>
        <p:nvPr/>
      </p:nvGrpSpPr>
      <p:grpSpPr>
        <a:xfrm>
          <a:off x="0" y="0"/>
          <a:ext cx="0" cy="0"/>
          <a:chOff x="0" y="0"/>
          <a:chExt cx="0" cy="0"/>
        </a:xfrm>
      </p:grpSpPr>
      <p:sp>
        <p:nvSpPr>
          <p:cNvPr id="631" name="Google Shape;631;p61">
            <a:extLst>
              <a:ext uri="{FF2B5EF4-FFF2-40B4-BE49-F238E27FC236}">
                <a16:creationId xmlns:a16="http://schemas.microsoft.com/office/drawing/2014/main" id="{79D98791-891E-A649-47F2-CE5358672277}"/>
              </a:ext>
            </a:extLst>
          </p:cNvPr>
          <p:cNvSpPr txBox="1">
            <a:spLocks noGrp="1"/>
          </p:cNvSpPr>
          <p:nvPr>
            <p:ph type="subTitle" idx="1"/>
          </p:nvPr>
        </p:nvSpPr>
        <p:spPr>
          <a:xfrm>
            <a:off x="529019" y="1851386"/>
            <a:ext cx="2261700" cy="408600"/>
          </a:xfrm>
          <a:prstGeom prst="rect">
            <a:avLst/>
          </a:prstGeom>
        </p:spPr>
        <p:txBody>
          <a:bodyPr spcFirstLastPara="1" wrap="square" lIns="91425" tIns="91425" rIns="91425" bIns="91425" anchor="t" anchorCtr="0">
            <a:noAutofit/>
          </a:bodyPr>
          <a:lstStyle/>
          <a:p>
            <a:pPr marL="0" lvl="0" indent="0">
              <a:spcAft>
                <a:spcPts val="1600"/>
              </a:spcAft>
            </a:pPr>
            <a:r>
              <a:rPr lang="en-PH" dirty="0">
                <a:latin typeface="Montserrat SemiBold" pitchFamily="2" charset="77"/>
              </a:rPr>
              <a:t>Project Adviser</a:t>
            </a:r>
            <a:endParaRPr dirty="0">
              <a:latin typeface="Montserrat SemiBold" pitchFamily="2" charset="77"/>
            </a:endParaRPr>
          </a:p>
        </p:txBody>
      </p:sp>
      <p:sp>
        <p:nvSpPr>
          <p:cNvPr id="632" name="Google Shape;632;p61">
            <a:extLst>
              <a:ext uri="{FF2B5EF4-FFF2-40B4-BE49-F238E27FC236}">
                <a16:creationId xmlns:a16="http://schemas.microsoft.com/office/drawing/2014/main" id="{057E698C-4DC6-4918-6D6C-2822C8EE17D7}"/>
              </a:ext>
            </a:extLst>
          </p:cNvPr>
          <p:cNvSpPr txBox="1">
            <a:spLocks noGrp="1"/>
          </p:cNvSpPr>
          <p:nvPr>
            <p:ph type="subTitle" idx="2"/>
          </p:nvPr>
        </p:nvSpPr>
        <p:spPr>
          <a:xfrm>
            <a:off x="529019" y="2226836"/>
            <a:ext cx="2454813" cy="723900"/>
          </a:xfrm>
          <a:prstGeom prst="rect">
            <a:avLst/>
          </a:prstGeom>
        </p:spPr>
        <p:txBody>
          <a:bodyPr spcFirstLastPara="1" wrap="square" lIns="91425" tIns="91425" rIns="91425" bIns="91425" anchor="t" anchorCtr="0">
            <a:noAutofit/>
          </a:bodyPr>
          <a:lstStyle/>
          <a:p>
            <a:pPr marL="0" lvl="0" indent="0">
              <a:spcAft>
                <a:spcPts val="1600"/>
              </a:spcAft>
              <a:buClr>
                <a:schemeClr val="dk1"/>
              </a:buClr>
              <a:buSzPts val="1100"/>
            </a:pPr>
            <a:r>
              <a:rPr lang="en-PH" dirty="0"/>
              <a:t>a faculty member of the Institute, ensures academic standards, guides the team throughout project development, meets regularly with the group, and recommends the project for all defense stages.</a:t>
            </a:r>
            <a:endParaRPr dirty="0"/>
          </a:p>
        </p:txBody>
      </p:sp>
      <p:sp>
        <p:nvSpPr>
          <p:cNvPr id="633" name="Google Shape;633;p61">
            <a:extLst>
              <a:ext uri="{FF2B5EF4-FFF2-40B4-BE49-F238E27FC236}">
                <a16:creationId xmlns:a16="http://schemas.microsoft.com/office/drawing/2014/main" id="{B570F650-CE0B-5C5B-2EA3-0DEAFBE77844}"/>
              </a:ext>
            </a:extLst>
          </p:cNvPr>
          <p:cNvSpPr txBox="1">
            <a:spLocks noGrp="1"/>
          </p:cNvSpPr>
          <p:nvPr>
            <p:ph type="subTitle" idx="3"/>
          </p:nvPr>
        </p:nvSpPr>
        <p:spPr>
          <a:xfrm>
            <a:off x="2974323" y="1851386"/>
            <a:ext cx="2261700" cy="408600"/>
          </a:xfrm>
          <a:prstGeom prst="rect">
            <a:avLst/>
          </a:prstGeom>
        </p:spPr>
        <p:txBody>
          <a:bodyPr spcFirstLastPara="1" wrap="square" lIns="91425" tIns="91425" rIns="91425" bIns="91425" anchor="t" anchorCtr="0">
            <a:noAutofit/>
          </a:bodyPr>
          <a:lstStyle/>
          <a:p>
            <a:pPr marL="0" lvl="0" indent="0">
              <a:spcAft>
                <a:spcPts val="1600"/>
              </a:spcAft>
            </a:pPr>
            <a:r>
              <a:rPr lang="en-PH" dirty="0">
                <a:latin typeface="Montserrat SemiBold" pitchFamily="2" charset="77"/>
              </a:rPr>
              <a:t>Panel Chairman</a:t>
            </a:r>
            <a:endParaRPr dirty="0">
              <a:latin typeface="Montserrat SemiBold" pitchFamily="2" charset="77"/>
            </a:endParaRPr>
          </a:p>
        </p:txBody>
      </p:sp>
      <p:sp>
        <p:nvSpPr>
          <p:cNvPr id="634" name="Google Shape;634;p61">
            <a:extLst>
              <a:ext uri="{FF2B5EF4-FFF2-40B4-BE49-F238E27FC236}">
                <a16:creationId xmlns:a16="http://schemas.microsoft.com/office/drawing/2014/main" id="{94304FAC-CAC4-2C5B-F29D-E5CBECF9C15B}"/>
              </a:ext>
            </a:extLst>
          </p:cNvPr>
          <p:cNvSpPr txBox="1">
            <a:spLocks noGrp="1"/>
          </p:cNvSpPr>
          <p:nvPr>
            <p:ph type="subTitle" idx="4"/>
          </p:nvPr>
        </p:nvSpPr>
        <p:spPr>
          <a:xfrm>
            <a:off x="2974323" y="2226836"/>
            <a:ext cx="2261700" cy="723900"/>
          </a:xfrm>
          <a:prstGeom prst="rect">
            <a:avLst/>
          </a:prstGeom>
        </p:spPr>
        <p:txBody>
          <a:bodyPr spcFirstLastPara="1" wrap="square" lIns="91425" tIns="91425" rIns="91425" bIns="91425" anchor="t" anchorCtr="0">
            <a:noAutofit/>
          </a:bodyPr>
          <a:lstStyle/>
          <a:p>
            <a:pPr marL="9525" indent="0"/>
            <a:r>
              <a:rPr lang="en-PH" dirty="0"/>
              <a:t>the Program Head or Dean of the Institute, briefs the team on all defense stages and issues the final, unanimous verdict.</a:t>
            </a:r>
          </a:p>
        </p:txBody>
      </p:sp>
      <p:sp>
        <p:nvSpPr>
          <p:cNvPr id="635" name="Google Shape;635;p61">
            <a:extLst>
              <a:ext uri="{FF2B5EF4-FFF2-40B4-BE49-F238E27FC236}">
                <a16:creationId xmlns:a16="http://schemas.microsoft.com/office/drawing/2014/main" id="{117DBED4-B79E-BBD7-9853-C78312FDAF55}"/>
              </a:ext>
            </a:extLst>
          </p:cNvPr>
          <p:cNvSpPr txBox="1">
            <a:spLocks noGrp="1"/>
          </p:cNvSpPr>
          <p:nvPr>
            <p:ph type="subTitle" idx="5"/>
          </p:nvPr>
        </p:nvSpPr>
        <p:spPr>
          <a:xfrm>
            <a:off x="5333000" y="1851386"/>
            <a:ext cx="2607841" cy="408600"/>
          </a:xfrm>
          <a:prstGeom prst="rect">
            <a:avLst/>
          </a:prstGeom>
        </p:spPr>
        <p:txBody>
          <a:bodyPr spcFirstLastPara="1" wrap="square" lIns="91425" tIns="91425" rIns="91425" bIns="91425" anchor="t" anchorCtr="0">
            <a:noAutofit/>
          </a:bodyPr>
          <a:lstStyle/>
          <a:p>
            <a:pPr marL="0" lvl="0" indent="0">
              <a:spcAft>
                <a:spcPts val="1600"/>
              </a:spcAft>
            </a:pPr>
            <a:r>
              <a:rPr lang="en-PH" dirty="0">
                <a:latin typeface="Montserrat SemiBold" pitchFamily="2" charset="77"/>
              </a:rPr>
              <a:t>Panel Members (2)</a:t>
            </a:r>
            <a:endParaRPr dirty="0">
              <a:latin typeface="Montserrat SemiBold" pitchFamily="2" charset="77"/>
            </a:endParaRPr>
          </a:p>
        </p:txBody>
      </p:sp>
      <p:sp>
        <p:nvSpPr>
          <p:cNvPr id="636" name="Google Shape;636;p61">
            <a:extLst>
              <a:ext uri="{FF2B5EF4-FFF2-40B4-BE49-F238E27FC236}">
                <a16:creationId xmlns:a16="http://schemas.microsoft.com/office/drawing/2014/main" id="{D0F17933-84C9-E4DE-32A8-68DA2A9B404C}"/>
              </a:ext>
            </a:extLst>
          </p:cNvPr>
          <p:cNvSpPr txBox="1">
            <a:spLocks noGrp="1"/>
          </p:cNvSpPr>
          <p:nvPr>
            <p:ph type="subTitle" idx="6"/>
          </p:nvPr>
        </p:nvSpPr>
        <p:spPr>
          <a:xfrm>
            <a:off x="5333001" y="2226836"/>
            <a:ext cx="2261700" cy="723900"/>
          </a:xfrm>
          <a:prstGeom prst="rect">
            <a:avLst/>
          </a:prstGeom>
        </p:spPr>
        <p:txBody>
          <a:bodyPr spcFirstLastPara="1" wrap="square" lIns="91425" tIns="91425" rIns="91425" bIns="91425" anchor="t" anchorCtr="0">
            <a:noAutofit/>
          </a:bodyPr>
          <a:lstStyle/>
          <a:p>
            <a:pPr marL="0" lvl="0" indent="0"/>
            <a:r>
              <a:rPr lang="en-PH" dirty="0"/>
              <a:t>who may be faculty or non-faculty, evaluate the technical paper and system, recommend a verdict, and consider requests from the adviser and team.</a:t>
            </a:r>
            <a:endParaRPr dirty="0"/>
          </a:p>
        </p:txBody>
      </p:sp>
      <p:sp>
        <p:nvSpPr>
          <p:cNvPr id="638" name="Google Shape;638;p61">
            <a:extLst>
              <a:ext uri="{FF2B5EF4-FFF2-40B4-BE49-F238E27FC236}">
                <a16:creationId xmlns:a16="http://schemas.microsoft.com/office/drawing/2014/main" id="{0E676778-327F-18DE-489E-B4B790C7224A}"/>
              </a:ext>
            </a:extLst>
          </p:cNvPr>
          <p:cNvSpPr txBox="1">
            <a:spLocks noGrp="1"/>
          </p:cNvSpPr>
          <p:nvPr>
            <p:ph type="subTitle" idx="8"/>
          </p:nvPr>
        </p:nvSpPr>
        <p:spPr>
          <a:xfrm>
            <a:off x="539369" y="875899"/>
            <a:ext cx="7055332" cy="878276"/>
          </a:xfrm>
          <a:prstGeom prst="rect">
            <a:avLst/>
          </a:prstGeom>
        </p:spPr>
        <p:txBody>
          <a:bodyPr spcFirstLastPara="1" wrap="square" lIns="91425" tIns="91425" rIns="91425" bIns="91425" anchor="t" anchorCtr="0">
            <a:noAutofit/>
          </a:bodyPr>
          <a:lstStyle/>
          <a:p>
            <a:pPr marL="9525" indent="0" algn="just"/>
            <a:r>
              <a:rPr lang="en-PH" dirty="0"/>
              <a:t>The Program Head may assign a capstone adviser and panel members to ensure they are suitable for the project, forming the Project Advisory Committee.</a:t>
            </a:r>
          </a:p>
        </p:txBody>
      </p:sp>
      <p:sp>
        <p:nvSpPr>
          <p:cNvPr id="643" name="Google Shape;643;p61">
            <a:extLst>
              <a:ext uri="{FF2B5EF4-FFF2-40B4-BE49-F238E27FC236}">
                <a16:creationId xmlns:a16="http://schemas.microsoft.com/office/drawing/2014/main" id="{523015F1-6BC9-5B6A-ED1D-AB47F8218E9E}"/>
              </a:ext>
            </a:extLst>
          </p:cNvPr>
          <p:cNvSpPr txBox="1">
            <a:spLocks noGrp="1"/>
          </p:cNvSpPr>
          <p:nvPr>
            <p:ph type="title"/>
          </p:nvPr>
        </p:nvSpPr>
        <p:spPr>
          <a:xfrm>
            <a:off x="534919" y="383175"/>
            <a:ext cx="7708200" cy="647100"/>
          </a:xfrm>
          <a:prstGeom prst="rect">
            <a:avLst/>
          </a:prstGeom>
        </p:spPr>
        <p:txBody>
          <a:bodyPr spcFirstLastPara="1" wrap="square" lIns="91425" tIns="91425" rIns="91425" bIns="91425" anchor="t" anchorCtr="0">
            <a:noAutofit/>
          </a:bodyPr>
          <a:lstStyle/>
          <a:p>
            <a:r>
              <a:rPr lang="en-PH" dirty="0">
                <a:latin typeface="Montserrat SemiBold" pitchFamily="2" charset="77"/>
              </a:rPr>
              <a:t>Capstone Project </a:t>
            </a:r>
            <a:r>
              <a:rPr lang="en-PH" dirty="0">
                <a:solidFill>
                  <a:schemeClr val="bg2"/>
                </a:solidFill>
                <a:latin typeface="Montserrat SemiBold" pitchFamily="2" charset="77"/>
              </a:rPr>
              <a:t>Advisory Committee </a:t>
            </a:r>
          </a:p>
        </p:txBody>
      </p:sp>
    </p:spTree>
    <p:extLst>
      <p:ext uri="{BB962C8B-B14F-4D97-AF65-F5344CB8AC3E}">
        <p14:creationId xmlns:p14="http://schemas.microsoft.com/office/powerpoint/2010/main" val="3242552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5"/>
          <p:cNvSpPr txBox="1">
            <a:spLocks noGrp="1"/>
          </p:cNvSpPr>
          <p:nvPr>
            <p:ph type="title"/>
          </p:nvPr>
        </p:nvSpPr>
        <p:spPr>
          <a:xfrm>
            <a:off x="2544300" y="186767"/>
            <a:ext cx="4055400" cy="723000"/>
          </a:xfrm>
          <a:prstGeom prst="rect">
            <a:avLst/>
          </a:prstGeom>
        </p:spPr>
        <p:txBody>
          <a:bodyPr spcFirstLastPara="1" wrap="square" lIns="91425" tIns="91425" rIns="91425" bIns="91425" anchor="t" anchorCtr="0">
            <a:noAutofit/>
          </a:bodyPr>
          <a:lstStyle/>
          <a:p>
            <a:pPr algn="l"/>
            <a:r>
              <a:rPr lang="en-PH" sz="3200" dirty="0">
                <a:latin typeface="Montserrat SemiBold" pitchFamily="2" charset="77"/>
              </a:rPr>
              <a:t>Project </a:t>
            </a:r>
            <a:r>
              <a:rPr lang="en-PH" sz="3200" dirty="0">
                <a:solidFill>
                  <a:schemeClr val="bg2"/>
                </a:solidFill>
                <a:latin typeface="Montserrat SemiBold" pitchFamily="2" charset="77"/>
              </a:rPr>
              <a:t>Theme</a:t>
            </a:r>
          </a:p>
        </p:txBody>
      </p:sp>
      <p:sp>
        <p:nvSpPr>
          <p:cNvPr id="230" name="Google Shape;230;p35"/>
          <p:cNvSpPr txBox="1">
            <a:spLocks noGrp="1"/>
          </p:cNvSpPr>
          <p:nvPr>
            <p:ph type="subTitle" idx="1"/>
          </p:nvPr>
        </p:nvSpPr>
        <p:spPr>
          <a:xfrm>
            <a:off x="2553699" y="721897"/>
            <a:ext cx="6301543" cy="1049154"/>
          </a:xfrm>
          <a:prstGeom prst="rect">
            <a:avLst/>
          </a:prstGeom>
        </p:spPr>
        <p:txBody>
          <a:bodyPr spcFirstLastPara="1" wrap="square" lIns="91425" tIns="91425" rIns="91425" bIns="91425" anchor="t" anchorCtr="0">
            <a:noAutofit/>
          </a:bodyPr>
          <a:lstStyle/>
          <a:p>
            <a:pPr marL="0" lvl="0" indent="0" algn="just">
              <a:buSzPts val="1100"/>
            </a:pPr>
            <a:r>
              <a:rPr lang="en-PH" dirty="0"/>
              <a:t>Capstone projects focus on system development, where proponents must identify an organization’s specific needs and design a product that meets those demands. These projects can address real workplace problems. According to the </a:t>
            </a:r>
            <a:r>
              <a:rPr lang="en-PH" b="1" dirty="0">
                <a:solidFill>
                  <a:schemeClr val="accent1"/>
                </a:solidFill>
                <a:latin typeface="Montserrat SemiBold" pitchFamily="2" charset="77"/>
              </a:rPr>
              <a:t>CMO 25 series 2015</a:t>
            </a:r>
            <a:r>
              <a:rPr lang="en-PH" dirty="0"/>
              <a:t>, the BSIT Capstone must focus on emerging technologies but not limited to:</a:t>
            </a:r>
            <a:endParaRPr dirty="0"/>
          </a:p>
        </p:txBody>
      </p:sp>
      <p:sp>
        <p:nvSpPr>
          <p:cNvPr id="2" name="Google Shape;230;p35">
            <a:extLst>
              <a:ext uri="{FF2B5EF4-FFF2-40B4-BE49-F238E27FC236}">
                <a16:creationId xmlns:a16="http://schemas.microsoft.com/office/drawing/2014/main" id="{2249EE91-A407-AD53-B4A9-AAAFAC168C79}"/>
              </a:ext>
            </a:extLst>
          </p:cNvPr>
          <p:cNvSpPr txBox="1">
            <a:spLocks/>
          </p:cNvSpPr>
          <p:nvPr/>
        </p:nvSpPr>
        <p:spPr>
          <a:xfrm>
            <a:off x="2553699" y="2800762"/>
            <a:ext cx="1615644" cy="506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SzPts val="1100"/>
            </a:pPr>
            <a:r>
              <a:rPr lang="en-PH" b="1" dirty="0">
                <a:solidFill>
                  <a:schemeClr val="accent1"/>
                </a:solidFill>
                <a:latin typeface="Montserrat SemiBold" pitchFamily="2" charset="77"/>
              </a:rPr>
              <a:t>Geographic Information System (GIS) </a:t>
            </a:r>
          </a:p>
        </p:txBody>
      </p:sp>
      <p:pic>
        <p:nvPicPr>
          <p:cNvPr id="4" name="Picture 3">
            <a:extLst>
              <a:ext uri="{FF2B5EF4-FFF2-40B4-BE49-F238E27FC236}">
                <a16:creationId xmlns:a16="http://schemas.microsoft.com/office/drawing/2014/main" id="{D68C8C8D-5BF6-269C-A22B-9204353420B0}"/>
              </a:ext>
            </a:extLst>
          </p:cNvPr>
          <p:cNvPicPr>
            <a:picLocks noChangeAspect="1"/>
          </p:cNvPicPr>
          <p:nvPr/>
        </p:nvPicPr>
        <p:blipFill>
          <a:blip r:embed="rId3"/>
          <a:stretch>
            <a:fillRect/>
          </a:stretch>
        </p:blipFill>
        <p:spPr>
          <a:xfrm>
            <a:off x="3001521" y="2080762"/>
            <a:ext cx="720000" cy="720000"/>
          </a:xfrm>
          <a:prstGeom prst="rect">
            <a:avLst/>
          </a:prstGeom>
        </p:spPr>
      </p:pic>
      <p:sp>
        <p:nvSpPr>
          <p:cNvPr id="5" name="Google Shape;230;p35">
            <a:extLst>
              <a:ext uri="{FF2B5EF4-FFF2-40B4-BE49-F238E27FC236}">
                <a16:creationId xmlns:a16="http://schemas.microsoft.com/office/drawing/2014/main" id="{FA222DEA-A838-5469-841E-7AC8A1BAA419}"/>
              </a:ext>
            </a:extLst>
          </p:cNvPr>
          <p:cNvSpPr txBox="1">
            <a:spLocks/>
          </p:cNvSpPr>
          <p:nvPr/>
        </p:nvSpPr>
        <p:spPr>
          <a:xfrm>
            <a:off x="4427818" y="2800317"/>
            <a:ext cx="1687031" cy="506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SzPts val="1100"/>
            </a:pPr>
            <a:r>
              <a:rPr lang="en-PH" b="1" dirty="0">
                <a:solidFill>
                  <a:schemeClr val="accent1"/>
                </a:solidFill>
                <a:latin typeface="Montserrat SemiBold" pitchFamily="2" charset="77"/>
              </a:rPr>
              <a:t>Artificial Intelligence (AI)</a:t>
            </a:r>
          </a:p>
        </p:txBody>
      </p:sp>
      <p:pic>
        <p:nvPicPr>
          <p:cNvPr id="6" name="Picture 5">
            <a:extLst>
              <a:ext uri="{FF2B5EF4-FFF2-40B4-BE49-F238E27FC236}">
                <a16:creationId xmlns:a16="http://schemas.microsoft.com/office/drawing/2014/main" id="{9873C429-9D0B-071C-C08F-C8565C0E1F64}"/>
              </a:ext>
            </a:extLst>
          </p:cNvPr>
          <p:cNvPicPr>
            <a:picLocks noChangeAspect="1"/>
          </p:cNvPicPr>
          <p:nvPr/>
        </p:nvPicPr>
        <p:blipFill>
          <a:blip r:embed="rId4"/>
          <a:srcRect/>
          <a:stretch/>
        </p:blipFill>
        <p:spPr>
          <a:xfrm>
            <a:off x="4911334" y="2080762"/>
            <a:ext cx="720000" cy="720000"/>
          </a:xfrm>
          <a:prstGeom prst="rect">
            <a:avLst/>
          </a:prstGeom>
        </p:spPr>
      </p:pic>
      <p:sp>
        <p:nvSpPr>
          <p:cNvPr id="7" name="Google Shape;230;p35">
            <a:extLst>
              <a:ext uri="{FF2B5EF4-FFF2-40B4-BE49-F238E27FC236}">
                <a16:creationId xmlns:a16="http://schemas.microsoft.com/office/drawing/2014/main" id="{2FF8FC44-03B4-AF4E-FD5B-EF61E080C446}"/>
              </a:ext>
            </a:extLst>
          </p:cNvPr>
          <p:cNvSpPr txBox="1">
            <a:spLocks/>
          </p:cNvSpPr>
          <p:nvPr/>
        </p:nvSpPr>
        <p:spPr>
          <a:xfrm>
            <a:off x="6373325" y="2800762"/>
            <a:ext cx="1615644" cy="506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SzPts val="1100"/>
            </a:pPr>
            <a:r>
              <a:rPr lang="en-PH" b="1" dirty="0">
                <a:solidFill>
                  <a:schemeClr val="accent1"/>
                </a:solidFill>
                <a:latin typeface="Montserrat SemiBold" pitchFamily="2" charset="77"/>
              </a:rPr>
              <a:t>Machine Learning (ML)</a:t>
            </a:r>
          </a:p>
        </p:txBody>
      </p:sp>
      <p:pic>
        <p:nvPicPr>
          <p:cNvPr id="8" name="Picture 7">
            <a:extLst>
              <a:ext uri="{FF2B5EF4-FFF2-40B4-BE49-F238E27FC236}">
                <a16:creationId xmlns:a16="http://schemas.microsoft.com/office/drawing/2014/main" id="{0A9F7F1E-2A0F-5468-0111-26B9D091100F}"/>
              </a:ext>
            </a:extLst>
          </p:cNvPr>
          <p:cNvPicPr>
            <a:picLocks noChangeAspect="1"/>
          </p:cNvPicPr>
          <p:nvPr/>
        </p:nvPicPr>
        <p:blipFill>
          <a:blip r:embed="rId5"/>
          <a:srcRect/>
          <a:stretch/>
        </p:blipFill>
        <p:spPr>
          <a:xfrm>
            <a:off x="6821147" y="2080762"/>
            <a:ext cx="720000" cy="720000"/>
          </a:xfrm>
          <a:prstGeom prst="rect">
            <a:avLst/>
          </a:prstGeom>
        </p:spPr>
      </p:pic>
      <p:sp>
        <p:nvSpPr>
          <p:cNvPr id="9" name="Google Shape;230;p35">
            <a:extLst>
              <a:ext uri="{FF2B5EF4-FFF2-40B4-BE49-F238E27FC236}">
                <a16:creationId xmlns:a16="http://schemas.microsoft.com/office/drawing/2014/main" id="{62A3F923-702B-BC7E-5FC7-ECC40E718BD6}"/>
              </a:ext>
            </a:extLst>
          </p:cNvPr>
          <p:cNvSpPr txBox="1">
            <a:spLocks/>
          </p:cNvSpPr>
          <p:nvPr/>
        </p:nvSpPr>
        <p:spPr>
          <a:xfrm>
            <a:off x="2553699" y="4386846"/>
            <a:ext cx="1615644" cy="506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SzPts val="1100"/>
            </a:pPr>
            <a:r>
              <a:rPr lang="en-PH" b="1" dirty="0">
                <a:solidFill>
                  <a:schemeClr val="accent1"/>
                </a:solidFill>
                <a:latin typeface="Montserrat SemiBold" pitchFamily="2" charset="77"/>
              </a:rPr>
              <a:t>Image Processing</a:t>
            </a:r>
          </a:p>
        </p:txBody>
      </p:sp>
      <p:pic>
        <p:nvPicPr>
          <p:cNvPr id="10" name="Picture 9">
            <a:extLst>
              <a:ext uri="{FF2B5EF4-FFF2-40B4-BE49-F238E27FC236}">
                <a16:creationId xmlns:a16="http://schemas.microsoft.com/office/drawing/2014/main" id="{D15C0533-D813-4E71-0053-2D25E7241988}"/>
              </a:ext>
            </a:extLst>
          </p:cNvPr>
          <p:cNvPicPr>
            <a:picLocks noChangeAspect="1"/>
          </p:cNvPicPr>
          <p:nvPr/>
        </p:nvPicPr>
        <p:blipFill>
          <a:blip r:embed="rId6"/>
          <a:srcRect/>
          <a:stretch/>
        </p:blipFill>
        <p:spPr>
          <a:xfrm>
            <a:off x="3001521" y="3666846"/>
            <a:ext cx="720000" cy="720000"/>
          </a:xfrm>
          <a:prstGeom prst="rect">
            <a:avLst/>
          </a:prstGeom>
        </p:spPr>
      </p:pic>
      <p:sp>
        <p:nvSpPr>
          <p:cNvPr id="11" name="Google Shape;230;p35">
            <a:extLst>
              <a:ext uri="{FF2B5EF4-FFF2-40B4-BE49-F238E27FC236}">
                <a16:creationId xmlns:a16="http://schemas.microsoft.com/office/drawing/2014/main" id="{4DEF83FB-096F-81BF-2B1C-BDFC2696E966}"/>
              </a:ext>
            </a:extLst>
          </p:cNvPr>
          <p:cNvSpPr txBox="1">
            <a:spLocks/>
          </p:cNvSpPr>
          <p:nvPr/>
        </p:nvSpPr>
        <p:spPr>
          <a:xfrm>
            <a:off x="4463512" y="4386846"/>
            <a:ext cx="1615644" cy="506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SzPts val="1100"/>
            </a:pPr>
            <a:r>
              <a:rPr lang="en-PH" b="1" dirty="0">
                <a:solidFill>
                  <a:schemeClr val="accent1"/>
                </a:solidFill>
                <a:latin typeface="Montserrat SemiBold" pitchFamily="2" charset="77"/>
              </a:rPr>
              <a:t>Facial Recognition</a:t>
            </a:r>
          </a:p>
        </p:txBody>
      </p:sp>
      <p:pic>
        <p:nvPicPr>
          <p:cNvPr id="12" name="Picture 11">
            <a:extLst>
              <a:ext uri="{FF2B5EF4-FFF2-40B4-BE49-F238E27FC236}">
                <a16:creationId xmlns:a16="http://schemas.microsoft.com/office/drawing/2014/main" id="{1D855971-8B2C-EF6A-6D63-1D4A64AEDC8D}"/>
              </a:ext>
            </a:extLst>
          </p:cNvPr>
          <p:cNvPicPr>
            <a:picLocks noChangeAspect="1"/>
          </p:cNvPicPr>
          <p:nvPr/>
        </p:nvPicPr>
        <p:blipFill>
          <a:blip r:embed="rId7"/>
          <a:srcRect/>
          <a:stretch/>
        </p:blipFill>
        <p:spPr>
          <a:xfrm>
            <a:off x="4911334" y="3666846"/>
            <a:ext cx="720000" cy="720000"/>
          </a:xfrm>
          <a:prstGeom prst="rect">
            <a:avLst/>
          </a:prstGeom>
        </p:spPr>
      </p:pic>
      <p:sp>
        <p:nvSpPr>
          <p:cNvPr id="13" name="Google Shape;230;p35">
            <a:extLst>
              <a:ext uri="{FF2B5EF4-FFF2-40B4-BE49-F238E27FC236}">
                <a16:creationId xmlns:a16="http://schemas.microsoft.com/office/drawing/2014/main" id="{2E4BC13E-6B35-537C-F11F-1DE111F4615E}"/>
              </a:ext>
            </a:extLst>
          </p:cNvPr>
          <p:cNvSpPr txBox="1">
            <a:spLocks/>
          </p:cNvSpPr>
          <p:nvPr/>
        </p:nvSpPr>
        <p:spPr>
          <a:xfrm>
            <a:off x="6373325" y="4386846"/>
            <a:ext cx="1615644" cy="506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ctr">
              <a:buSzPts val="1100"/>
            </a:pPr>
            <a:r>
              <a:rPr lang="en-PH" b="1" dirty="0">
                <a:solidFill>
                  <a:schemeClr val="accent1"/>
                </a:solidFill>
                <a:latin typeface="Montserrat SemiBold" pitchFamily="2" charset="77"/>
              </a:rPr>
              <a:t>Internet of Things (IoT) </a:t>
            </a:r>
          </a:p>
        </p:txBody>
      </p:sp>
      <p:pic>
        <p:nvPicPr>
          <p:cNvPr id="14" name="Picture 13">
            <a:extLst>
              <a:ext uri="{FF2B5EF4-FFF2-40B4-BE49-F238E27FC236}">
                <a16:creationId xmlns:a16="http://schemas.microsoft.com/office/drawing/2014/main" id="{20024758-12DC-411E-C6A5-C46CF95C5E99}"/>
              </a:ext>
            </a:extLst>
          </p:cNvPr>
          <p:cNvPicPr>
            <a:picLocks noChangeAspect="1"/>
          </p:cNvPicPr>
          <p:nvPr/>
        </p:nvPicPr>
        <p:blipFill>
          <a:blip r:embed="rId8"/>
          <a:srcRect/>
          <a:stretch/>
        </p:blipFill>
        <p:spPr>
          <a:xfrm>
            <a:off x="6821147" y="3666846"/>
            <a:ext cx="720000" cy="72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C3C525E0-9BB5-607C-8D82-110CBB61E72D}"/>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387D47A6-F9B1-FBF6-95F3-05CEED05138A}"/>
              </a:ext>
            </a:extLst>
          </p:cNvPr>
          <p:cNvSpPr txBox="1">
            <a:spLocks noGrp="1"/>
          </p:cNvSpPr>
          <p:nvPr>
            <p:ph type="title"/>
          </p:nvPr>
        </p:nvSpPr>
        <p:spPr>
          <a:xfrm>
            <a:off x="2544300" y="350394"/>
            <a:ext cx="4055400" cy="723000"/>
          </a:xfrm>
          <a:prstGeom prst="rect">
            <a:avLst/>
          </a:prstGeom>
        </p:spPr>
        <p:txBody>
          <a:bodyPr spcFirstLastPara="1" wrap="square" lIns="91425" tIns="91425" rIns="91425" bIns="91425" anchor="t" anchorCtr="0">
            <a:noAutofit/>
          </a:bodyPr>
          <a:lstStyle/>
          <a:p>
            <a:pPr algn="l"/>
            <a:r>
              <a:rPr lang="en-PH" sz="3200" dirty="0">
                <a:latin typeface="Montserrat SemiBold" pitchFamily="2" charset="77"/>
              </a:rPr>
              <a:t>Project </a:t>
            </a:r>
            <a:r>
              <a:rPr lang="en-PH" sz="3200" dirty="0">
                <a:solidFill>
                  <a:schemeClr val="bg2"/>
                </a:solidFill>
                <a:latin typeface="Montserrat SemiBold" pitchFamily="2" charset="77"/>
              </a:rPr>
              <a:t>Theme</a:t>
            </a:r>
          </a:p>
        </p:txBody>
      </p:sp>
      <p:sp>
        <p:nvSpPr>
          <p:cNvPr id="230" name="Google Shape;230;p35">
            <a:extLst>
              <a:ext uri="{FF2B5EF4-FFF2-40B4-BE49-F238E27FC236}">
                <a16:creationId xmlns:a16="http://schemas.microsoft.com/office/drawing/2014/main" id="{F06EEA39-5C55-0B31-D53F-296A11DF659B}"/>
              </a:ext>
            </a:extLst>
          </p:cNvPr>
          <p:cNvSpPr txBox="1">
            <a:spLocks noGrp="1"/>
          </p:cNvSpPr>
          <p:nvPr>
            <p:ph type="subTitle" idx="1"/>
          </p:nvPr>
        </p:nvSpPr>
        <p:spPr>
          <a:xfrm>
            <a:off x="2553699" y="997193"/>
            <a:ext cx="6080161" cy="3401551"/>
          </a:xfrm>
          <a:prstGeom prst="rect">
            <a:avLst/>
          </a:prstGeom>
        </p:spPr>
        <p:txBody>
          <a:bodyPr spcFirstLastPara="1" wrap="square" lIns="91425" tIns="91425" rIns="91425" bIns="91425" anchor="t" anchorCtr="0">
            <a:noAutofit/>
          </a:bodyPr>
          <a:lstStyle/>
          <a:p>
            <a:pPr marL="0" lvl="0" indent="0" algn="just">
              <a:buSzPts val="1100"/>
            </a:pPr>
            <a:r>
              <a:rPr lang="en-PH" sz="1600" dirty="0"/>
              <a:t>To set the difficulty level, Capstone Project instructors propose themes for faculty approval, though in exceptional cases approval may come from the Program Head. </a:t>
            </a:r>
          </a:p>
          <a:p>
            <a:pPr marL="0" lvl="0" indent="0" algn="just">
              <a:buSzPts val="1100"/>
            </a:pPr>
            <a:endParaRPr lang="en-PH" sz="1600" dirty="0"/>
          </a:p>
          <a:p>
            <a:pPr marL="0" lvl="0" indent="0" algn="just">
              <a:buSzPts val="1100"/>
            </a:pPr>
            <a:r>
              <a:rPr lang="en-PH" sz="1600" dirty="0"/>
              <a:t>Proponents must develop a unique system that differs from past projects, but the Institute may assign specific topics if requested by partner government agencies, provided they still align with the approved themes.</a:t>
            </a:r>
          </a:p>
          <a:p>
            <a:pPr marL="0" lvl="0" indent="0" algn="just">
              <a:buSzPts val="1100"/>
            </a:pPr>
            <a:endParaRPr lang="en-PH" sz="1600" dirty="0"/>
          </a:p>
          <a:p>
            <a:pPr marL="0" lvl="0" indent="0" algn="just">
              <a:buSzPts val="1100"/>
            </a:pPr>
            <a:r>
              <a:rPr lang="en-PH" sz="1600" b="1" dirty="0">
                <a:solidFill>
                  <a:schemeClr val="accent1"/>
                </a:solidFill>
              </a:rPr>
              <a:t>Project proposals that integrate two or more of the following concepts are more likely to receive approva</a:t>
            </a:r>
            <a:r>
              <a:rPr lang="en-PH" sz="1600" dirty="0"/>
              <a:t>l</a:t>
            </a:r>
            <a:r>
              <a:rPr lang="en-PH" sz="1600" b="1" dirty="0"/>
              <a:t>:</a:t>
            </a:r>
            <a:r>
              <a:rPr lang="en-PH" sz="1600" dirty="0"/>
              <a:t> Geographic Information Systems (GIS), Artificial Intelligence (AI), Machine Learning, Image Processing, Facial Recognition, and the Internet of Things (IoT).</a:t>
            </a:r>
            <a:endParaRPr sz="1600" dirty="0"/>
          </a:p>
        </p:txBody>
      </p:sp>
    </p:spTree>
    <p:extLst>
      <p:ext uri="{BB962C8B-B14F-4D97-AF65-F5344CB8AC3E}">
        <p14:creationId xmlns:p14="http://schemas.microsoft.com/office/powerpoint/2010/main" val="370320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9"/>
          <p:cNvSpPr txBox="1">
            <a:spLocks noGrp="1"/>
          </p:cNvSpPr>
          <p:nvPr>
            <p:ph type="title"/>
          </p:nvPr>
        </p:nvSpPr>
        <p:spPr>
          <a:xfrm>
            <a:off x="717800" y="383175"/>
            <a:ext cx="7708200" cy="93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SemiBold" pitchFamily="2" charset="77"/>
              </a:rPr>
              <a:t>Capstone </a:t>
            </a:r>
            <a:r>
              <a:rPr lang="en" dirty="0">
                <a:solidFill>
                  <a:schemeClr val="bg2"/>
                </a:solidFill>
                <a:latin typeface="Montserrat SemiBold" pitchFamily="2" charset="77"/>
              </a:rPr>
              <a:t>Roadmap</a:t>
            </a:r>
            <a:endParaRPr dirty="0">
              <a:solidFill>
                <a:schemeClr val="bg2"/>
              </a:solidFill>
              <a:latin typeface="Montserrat SemiBold" pitchFamily="2" charset="77"/>
            </a:endParaRPr>
          </a:p>
        </p:txBody>
      </p:sp>
      <p:sp>
        <p:nvSpPr>
          <p:cNvPr id="286" name="Google Shape;286;p39"/>
          <p:cNvSpPr/>
          <p:nvPr/>
        </p:nvSpPr>
        <p:spPr>
          <a:xfrm>
            <a:off x="491844" y="2610125"/>
            <a:ext cx="2569500" cy="103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9"/>
          <p:cNvSpPr/>
          <p:nvPr/>
        </p:nvSpPr>
        <p:spPr>
          <a:xfrm>
            <a:off x="3061244" y="2298675"/>
            <a:ext cx="2569500" cy="103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9"/>
          <p:cNvSpPr/>
          <p:nvPr/>
        </p:nvSpPr>
        <p:spPr>
          <a:xfrm>
            <a:off x="5630644" y="1995700"/>
            <a:ext cx="3132000" cy="103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9"/>
          <p:cNvSpPr/>
          <p:nvPr/>
        </p:nvSpPr>
        <p:spPr>
          <a:xfrm rot="5400000">
            <a:off x="2808394" y="2454400"/>
            <a:ext cx="414600" cy="103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9"/>
          <p:cNvSpPr/>
          <p:nvPr/>
        </p:nvSpPr>
        <p:spPr>
          <a:xfrm rot="5400000">
            <a:off x="5379194" y="2146450"/>
            <a:ext cx="404700" cy="103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9"/>
          <p:cNvSpPr txBox="1">
            <a:spLocks noGrp="1"/>
          </p:cNvSpPr>
          <p:nvPr>
            <p:ph type="subTitle" idx="4294967295"/>
          </p:nvPr>
        </p:nvSpPr>
        <p:spPr>
          <a:xfrm>
            <a:off x="1006044" y="2098900"/>
            <a:ext cx="1541100" cy="408600"/>
          </a:xfrm>
          <a:prstGeom prst="rect">
            <a:avLst/>
          </a:prstGeom>
        </p:spPr>
        <p:txBody>
          <a:bodyPr spcFirstLastPara="1" wrap="square" lIns="91425" tIns="91425" rIns="91425" bIns="91425" anchor="ctr" anchorCtr="0">
            <a:noAutofit/>
          </a:bodyPr>
          <a:lstStyle/>
          <a:p>
            <a:pPr marL="0" lvl="0" indent="0" algn="ctr" rtl="0">
              <a:spcBef>
                <a:spcPts val="0"/>
              </a:spcBef>
              <a:buNone/>
            </a:pPr>
            <a:r>
              <a:rPr lang="en" sz="2400" b="1" dirty="0">
                <a:solidFill>
                  <a:schemeClr val="accent1"/>
                </a:solidFill>
                <a:latin typeface="Montserrat SemiBold" pitchFamily="2" charset="77"/>
              </a:rPr>
              <a:t>Title</a:t>
            </a:r>
            <a:endParaRPr sz="2400" b="1" dirty="0">
              <a:solidFill>
                <a:schemeClr val="accent1"/>
              </a:solidFill>
              <a:latin typeface="Montserrat SemiBold" pitchFamily="2" charset="77"/>
            </a:endParaRPr>
          </a:p>
        </p:txBody>
      </p:sp>
      <p:sp>
        <p:nvSpPr>
          <p:cNvPr id="292" name="Google Shape;292;p39"/>
          <p:cNvSpPr txBox="1">
            <a:spLocks noGrp="1"/>
          </p:cNvSpPr>
          <p:nvPr>
            <p:ph type="subTitle" idx="4294967295"/>
          </p:nvPr>
        </p:nvSpPr>
        <p:spPr>
          <a:xfrm>
            <a:off x="3575444" y="1783350"/>
            <a:ext cx="1541100" cy="408600"/>
          </a:xfrm>
          <a:prstGeom prst="rect">
            <a:avLst/>
          </a:prstGeom>
        </p:spPr>
        <p:txBody>
          <a:bodyPr spcFirstLastPara="1" wrap="square" lIns="91425" tIns="91425" rIns="91425" bIns="91425" anchor="ctr" anchorCtr="0">
            <a:noAutofit/>
          </a:bodyPr>
          <a:lstStyle/>
          <a:p>
            <a:pPr marL="0" lvl="0" indent="0" algn="ctr" rtl="0">
              <a:spcBef>
                <a:spcPts val="0"/>
              </a:spcBef>
              <a:buNone/>
            </a:pPr>
            <a:r>
              <a:rPr lang="en" sz="2400" b="1" dirty="0">
                <a:solidFill>
                  <a:schemeClr val="accent1"/>
                </a:solidFill>
                <a:latin typeface="Montserrat SemiBold" pitchFamily="2" charset="77"/>
              </a:rPr>
              <a:t>Outline</a:t>
            </a:r>
            <a:endParaRPr sz="2400" b="1" dirty="0">
              <a:solidFill>
                <a:schemeClr val="accent1"/>
              </a:solidFill>
              <a:latin typeface="Montserrat SemiBold" pitchFamily="2" charset="77"/>
            </a:endParaRPr>
          </a:p>
        </p:txBody>
      </p:sp>
      <p:sp>
        <p:nvSpPr>
          <p:cNvPr id="293" name="Google Shape;293;p39"/>
          <p:cNvSpPr txBox="1">
            <a:spLocks noGrp="1"/>
          </p:cNvSpPr>
          <p:nvPr>
            <p:ph type="subTitle" idx="4294967295"/>
          </p:nvPr>
        </p:nvSpPr>
        <p:spPr>
          <a:xfrm>
            <a:off x="6144844" y="1491125"/>
            <a:ext cx="1541100" cy="408600"/>
          </a:xfrm>
          <a:prstGeom prst="rect">
            <a:avLst/>
          </a:prstGeom>
        </p:spPr>
        <p:txBody>
          <a:bodyPr spcFirstLastPara="1" wrap="square" lIns="91425" tIns="91425" rIns="91425" bIns="91425" anchor="ctr" anchorCtr="0">
            <a:noAutofit/>
          </a:bodyPr>
          <a:lstStyle/>
          <a:p>
            <a:pPr marL="0" lvl="0" indent="0" algn="ctr" rtl="0">
              <a:spcBef>
                <a:spcPts val="0"/>
              </a:spcBef>
              <a:buNone/>
            </a:pPr>
            <a:r>
              <a:rPr lang="en" sz="2400" b="1" dirty="0">
                <a:solidFill>
                  <a:schemeClr val="accent1"/>
                </a:solidFill>
                <a:latin typeface="Montserrat SemiBold" pitchFamily="2" charset="77"/>
              </a:rPr>
              <a:t>Final</a:t>
            </a:r>
            <a:endParaRPr sz="2400" b="1" dirty="0">
              <a:solidFill>
                <a:schemeClr val="accent1"/>
              </a:solidFill>
              <a:latin typeface="Montserrat SemiBold" pitchFamily="2" charset="77"/>
            </a:endParaRPr>
          </a:p>
        </p:txBody>
      </p:sp>
      <p:sp>
        <p:nvSpPr>
          <p:cNvPr id="294" name="Google Shape;294;p39"/>
          <p:cNvSpPr txBox="1">
            <a:spLocks noGrp="1"/>
          </p:cNvSpPr>
          <p:nvPr>
            <p:ph type="subTitle" idx="4294967295"/>
          </p:nvPr>
        </p:nvSpPr>
        <p:spPr>
          <a:xfrm>
            <a:off x="496419" y="2815949"/>
            <a:ext cx="2569500" cy="1683253"/>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PH" sz="1200" dirty="0">
                <a:solidFill>
                  <a:schemeClr val="dk1"/>
                </a:solidFill>
              </a:rPr>
              <a:t>Identify a real problem and choose a project theme</a:t>
            </a:r>
          </a:p>
          <a:p>
            <a:pPr marL="457200" lvl="0" indent="-317500" algn="l" rtl="0">
              <a:spcBef>
                <a:spcPts val="0"/>
              </a:spcBef>
              <a:spcAft>
                <a:spcPts val="0"/>
              </a:spcAft>
              <a:buSzPts val="1400"/>
              <a:buChar char="●"/>
            </a:pPr>
            <a:r>
              <a:rPr lang="en-PH" sz="1200" dirty="0">
                <a:solidFill>
                  <a:schemeClr val="dk1"/>
                </a:solidFill>
              </a:rPr>
              <a:t>Produce a clear and specific project title</a:t>
            </a:r>
          </a:p>
          <a:p>
            <a:pPr marL="457200" lvl="0" indent="-317500" algn="l" rtl="0">
              <a:spcBef>
                <a:spcPts val="0"/>
              </a:spcBef>
              <a:spcAft>
                <a:spcPts val="0"/>
              </a:spcAft>
              <a:buSzPts val="1400"/>
              <a:buChar char="●"/>
            </a:pPr>
            <a:r>
              <a:rPr lang="en-PH" sz="1200" dirty="0">
                <a:solidFill>
                  <a:schemeClr val="dk1"/>
                </a:solidFill>
              </a:rPr>
              <a:t>Get approval from adviser and panel</a:t>
            </a:r>
          </a:p>
          <a:p>
            <a:pPr lvl="0" indent="-317500">
              <a:buSzPts val="1400"/>
            </a:pPr>
            <a:r>
              <a:rPr lang="en-PH" sz="1200" dirty="0">
                <a:solidFill>
                  <a:schemeClr val="dk1"/>
                </a:solidFill>
              </a:rPr>
              <a:t>Proposed Fee: </a:t>
            </a:r>
            <a:r>
              <a:rPr lang="en-US" sz="1200" b="1" dirty="0"/>
              <a:t>₱4,600.00</a:t>
            </a:r>
            <a:r>
              <a:rPr lang="en-PH" sz="1200" dirty="0"/>
              <a:t> </a:t>
            </a:r>
            <a:endParaRPr sz="1200" dirty="0">
              <a:solidFill>
                <a:schemeClr val="dk1"/>
              </a:solidFill>
            </a:endParaRPr>
          </a:p>
        </p:txBody>
      </p:sp>
      <p:sp>
        <p:nvSpPr>
          <p:cNvPr id="295" name="Google Shape;295;p39"/>
          <p:cNvSpPr txBox="1">
            <a:spLocks noGrp="1"/>
          </p:cNvSpPr>
          <p:nvPr>
            <p:ph type="subTitle" idx="4294967295"/>
          </p:nvPr>
        </p:nvSpPr>
        <p:spPr>
          <a:xfrm>
            <a:off x="3028819" y="2508600"/>
            <a:ext cx="2569500" cy="1434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PH" sz="1200" dirty="0">
                <a:solidFill>
                  <a:schemeClr val="dk1"/>
                </a:solidFill>
              </a:rPr>
              <a:t>Develop the research and system design</a:t>
            </a:r>
          </a:p>
          <a:p>
            <a:pPr marL="457200" lvl="0" indent="-317500" algn="l" rtl="0">
              <a:spcBef>
                <a:spcPts val="0"/>
              </a:spcBef>
              <a:spcAft>
                <a:spcPts val="0"/>
              </a:spcAft>
              <a:buSzPts val="1400"/>
              <a:buChar char="●"/>
            </a:pPr>
            <a:r>
              <a:rPr lang="en-PH" sz="1200" dirty="0">
                <a:solidFill>
                  <a:schemeClr val="dk1"/>
                </a:solidFill>
              </a:rPr>
              <a:t>Define the system: analysis, design, testing, implementation, and maintenance</a:t>
            </a:r>
          </a:p>
          <a:p>
            <a:pPr lvl="0" indent="-317500">
              <a:buSzPts val="1400"/>
            </a:pPr>
            <a:r>
              <a:rPr lang="en-PH" sz="1200" dirty="0">
                <a:solidFill>
                  <a:schemeClr val="tx1"/>
                </a:solidFill>
              </a:rPr>
              <a:t>Defend the outline to the panel</a:t>
            </a:r>
          </a:p>
          <a:p>
            <a:pPr lvl="0" indent="-317500">
              <a:buSzPts val="1400"/>
            </a:pPr>
            <a:r>
              <a:rPr lang="en-PH" sz="1200" dirty="0">
                <a:solidFill>
                  <a:schemeClr val="dk1"/>
                </a:solidFill>
              </a:rPr>
              <a:t>Proposed Fee: </a:t>
            </a:r>
            <a:r>
              <a:rPr lang="en-PH" sz="1200" b="1" dirty="0"/>
              <a:t>₱5,500.00</a:t>
            </a:r>
            <a:r>
              <a:rPr lang="en-PH" sz="1200" dirty="0"/>
              <a:t> </a:t>
            </a:r>
            <a:endParaRPr lang="en-PH" sz="1200" dirty="0">
              <a:solidFill>
                <a:schemeClr val="dk1"/>
              </a:solidFill>
            </a:endParaRPr>
          </a:p>
        </p:txBody>
      </p:sp>
      <p:sp>
        <p:nvSpPr>
          <p:cNvPr id="296" name="Google Shape;296;p39"/>
          <p:cNvSpPr txBox="1">
            <a:spLocks noGrp="1"/>
          </p:cNvSpPr>
          <p:nvPr>
            <p:ph type="subTitle" idx="4294967295"/>
          </p:nvPr>
        </p:nvSpPr>
        <p:spPr>
          <a:xfrm>
            <a:off x="5630644" y="2194875"/>
            <a:ext cx="2569500" cy="1434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PH" sz="1200" dirty="0">
                <a:solidFill>
                  <a:schemeClr val="dk1"/>
                </a:solidFill>
              </a:rPr>
              <a:t>Finalize documentation and technical paper</a:t>
            </a:r>
          </a:p>
          <a:p>
            <a:pPr marL="457200" lvl="0" indent="-317500" algn="l" rtl="0">
              <a:spcBef>
                <a:spcPts val="0"/>
              </a:spcBef>
              <a:spcAft>
                <a:spcPts val="0"/>
              </a:spcAft>
              <a:buSzPts val="1400"/>
              <a:buChar char="●"/>
            </a:pPr>
            <a:r>
              <a:rPr lang="en-PH" sz="1200" dirty="0">
                <a:solidFill>
                  <a:schemeClr val="dk1"/>
                </a:solidFill>
              </a:rPr>
              <a:t>Defend the final project and present results</a:t>
            </a:r>
          </a:p>
          <a:p>
            <a:pPr indent="-317500">
              <a:buSzPts val="1400"/>
            </a:pPr>
            <a:r>
              <a:rPr lang="en-PH" sz="1200" dirty="0">
                <a:solidFill>
                  <a:schemeClr val="dk1"/>
                </a:solidFill>
              </a:rPr>
              <a:t>Proposed Fee: </a:t>
            </a:r>
            <a:r>
              <a:rPr lang="en-PH" sz="1200" b="1" dirty="0"/>
              <a:t>₱9,800.00</a:t>
            </a:r>
            <a:r>
              <a:rPr lang="en-PH" sz="1200" dirty="0"/>
              <a:t> </a:t>
            </a:r>
            <a:endParaRPr lang="en-PH" sz="1200" dirty="0">
              <a:solidFill>
                <a:schemeClr val="dk1"/>
              </a:solidFill>
            </a:endParaRPr>
          </a:p>
          <a:p>
            <a:pPr marL="457200" lvl="0" indent="-317500" algn="l" rtl="0">
              <a:spcBef>
                <a:spcPts val="0"/>
              </a:spcBef>
              <a:spcAft>
                <a:spcPts val="0"/>
              </a:spcAft>
              <a:buSzPts val="1400"/>
              <a:buChar char="●"/>
            </a:pPr>
            <a:endParaRPr sz="1200" dirty="0">
              <a:solidFill>
                <a:schemeClr val="dk1"/>
              </a:solidFill>
            </a:endParaRPr>
          </a:p>
        </p:txBody>
      </p:sp>
      <p:sp>
        <p:nvSpPr>
          <p:cNvPr id="297" name="Google Shape;297;p39"/>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9"/>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1105ADD3-C66B-AC9A-0EF6-67464791AB3A}"/>
              </a:ext>
            </a:extLst>
          </p:cNvPr>
          <p:cNvPicPr>
            <a:picLocks noChangeAspect="1"/>
          </p:cNvPicPr>
          <p:nvPr/>
        </p:nvPicPr>
        <p:blipFill>
          <a:blip r:embed="rId3"/>
          <a:stretch>
            <a:fillRect/>
          </a:stretch>
        </p:blipFill>
        <p:spPr>
          <a:xfrm>
            <a:off x="5396564" y="1106890"/>
            <a:ext cx="880760" cy="880760"/>
          </a:xfrm>
          <a:prstGeom prst="rect">
            <a:avLst/>
          </a:prstGeom>
        </p:spPr>
      </p:pic>
      <p:sp>
        <p:nvSpPr>
          <p:cNvPr id="4" name="Google Shape;296;p39">
            <a:extLst>
              <a:ext uri="{FF2B5EF4-FFF2-40B4-BE49-F238E27FC236}">
                <a16:creationId xmlns:a16="http://schemas.microsoft.com/office/drawing/2014/main" id="{44F6F120-805C-97B5-6706-CC0413540EE8}"/>
              </a:ext>
            </a:extLst>
          </p:cNvPr>
          <p:cNvSpPr txBox="1">
            <a:spLocks/>
          </p:cNvSpPr>
          <p:nvPr/>
        </p:nvSpPr>
        <p:spPr>
          <a:xfrm>
            <a:off x="5435096" y="1069308"/>
            <a:ext cx="1419496" cy="3989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Char char="●"/>
              <a:defRPr sz="1800" b="0" i="0" u="none" strike="noStrike" cap="none">
                <a:solidFill>
                  <a:schemeClr val="dk2"/>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39700" indent="0">
              <a:buSzPts val="1400"/>
              <a:buNone/>
            </a:pPr>
            <a:r>
              <a:rPr lang="en-PH" sz="1400" b="1" dirty="0">
                <a:solidFill>
                  <a:schemeClr val="dk1"/>
                </a:solidFill>
                <a:latin typeface="Montserrat SemiBold" pitchFamily="2" charset="77"/>
              </a:rPr>
              <a:t>Deploy the </a:t>
            </a:r>
          </a:p>
          <a:p>
            <a:pPr marL="139700" indent="0">
              <a:buSzPts val="1400"/>
              <a:buNone/>
            </a:pPr>
            <a:r>
              <a:rPr lang="en-PH" sz="1400" b="1" dirty="0">
                <a:solidFill>
                  <a:schemeClr val="dk1"/>
                </a:solidFill>
                <a:latin typeface="Montserrat SemiBold" pitchFamily="2" charset="77"/>
              </a:rPr>
              <a:t>system</a:t>
            </a:r>
          </a:p>
          <a:p>
            <a:pPr marL="139700" indent="0">
              <a:buSzPts val="1400"/>
              <a:buNone/>
            </a:pPr>
            <a:endParaRPr lang="en-PH" sz="1400" b="1" dirty="0">
              <a:solidFill>
                <a:schemeClr val="dk1"/>
              </a:solidFill>
              <a:latin typeface="Montserrat SemiBold" pitchFamily="2" charset="77"/>
            </a:endParaRPr>
          </a:p>
        </p:txBody>
      </p:sp>
      <p:sp>
        <p:nvSpPr>
          <p:cNvPr id="5" name="Google Shape;293;p39">
            <a:extLst>
              <a:ext uri="{FF2B5EF4-FFF2-40B4-BE49-F238E27FC236}">
                <a16:creationId xmlns:a16="http://schemas.microsoft.com/office/drawing/2014/main" id="{A7731554-6F50-8613-E543-7CAA0F3E69A4}"/>
              </a:ext>
            </a:extLst>
          </p:cNvPr>
          <p:cNvSpPr txBox="1">
            <a:spLocks/>
          </p:cNvSpPr>
          <p:nvPr/>
        </p:nvSpPr>
        <p:spPr>
          <a:xfrm>
            <a:off x="7589210" y="1519435"/>
            <a:ext cx="1541100" cy="408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Montserrat"/>
              <a:buChar char="●"/>
              <a:defRPr sz="1800" b="0" i="0" u="none" strike="noStrike" cap="none">
                <a:solidFill>
                  <a:schemeClr val="dk2"/>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0" indent="0" algn="ctr">
              <a:buFont typeface="Montserrat"/>
              <a:buNone/>
            </a:pPr>
            <a:r>
              <a:rPr lang="en-PH" b="1" dirty="0">
                <a:solidFill>
                  <a:srgbClr val="92D050"/>
                </a:solidFill>
                <a:latin typeface="Lucida Calligraphy" panose="03010101010101010101" pitchFamily="66" charset="77"/>
                <a:cs typeface="Charmonman" pitchFamily="2" charset="-34"/>
              </a:rPr>
              <a:t>Congrats!</a:t>
            </a:r>
          </a:p>
        </p:txBody>
      </p:sp>
      <p:pic>
        <p:nvPicPr>
          <p:cNvPr id="1026" name="Picture 2" descr="Awesome Cat GIFs | Tenor">
            <a:extLst>
              <a:ext uri="{FF2B5EF4-FFF2-40B4-BE49-F238E27FC236}">
                <a16:creationId xmlns:a16="http://schemas.microsoft.com/office/drawing/2014/main" id="{2F3C8E99-E5B3-EAAA-AB81-7083344AF5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0034" y="131890"/>
            <a:ext cx="768061" cy="13592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3">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6">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build="p"/>
      <p:bldP spid="293" grpId="0" build="p"/>
      <p:bldP spid="295" grpId="0" build="p"/>
      <p:bldP spid="296" grpId="0" uiExpand="1" build="p"/>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4"/>
          <p:cNvSpPr txBox="1">
            <a:spLocks noGrp="1"/>
          </p:cNvSpPr>
          <p:nvPr>
            <p:ph type="title"/>
          </p:nvPr>
        </p:nvSpPr>
        <p:spPr>
          <a:xfrm>
            <a:off x="3878982" y="2227050"/>
            <a:ext cx="4773325"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4400" dirty="0">
                <a:latin typeface="Montserrat SemiBold" pitchFamily="2" charset="77"/>
              </a:rPr>
              <a:t>Capstone Title</a:t>
            </a:r>
            <a:endParaRPr sz="4400" dirty="0">
              <a:latin typeface="Montserrat SemiBold" pitchFamily="2" charset="77"/>
            </a:endParaRPr>
          </a:p>
        </p:txBody>
      </p:sp>
      <p:sp>
        <p:nvSpPr>
          <p:cNvPr id="223" name="Google Shape;223;p34"/>
          <p:cNvSpPr txBox="1">
            <a:spLocks noGrp="1"/>
          </p:cNvSpPr>
          <p:nvPr>
            <p:ph type="subTitle" idx="1"/>
          </p:nvPr>
        </p:nvSpPr>
        <p:spPr>
          <a:xfrm>
            <a:off x="3339967" y="3045375"/>
            <a:ext cx="5312190" cy="678000"/>
          </a:xfrm>
          <a:prstGeom prst="rect">
            <a:avLst/>
          </a:prstGeom>
        </p:spPr>
        <p:txBody>
          <a:bodyPr spcFirstLastPara="1" wrap="square" lIns="91425" tIns="91425" rIns="91425" bIns="91425" anchor="t" anchorCtr="0">
            <a:noAutofit/>
          </a:bodyPr>
          <a:lstStyle/>
          <a:p>
            <a:pPr marL="0" lvl="0" indent="0"/>
            <a:r>
              <a:rPr lang="en-PH" sz="1800" dirty="0">
                <a:solidFill>
                  <a:schemeClr val="tx1"/>
                </a:solidFill>
              </a:rPr>
              <a:t>an essential component in every research </a:t>
            </a:r>
            <a:endParaRPr sz="1800" dirty="0">
              <a:solidFill>
                <a:schemeClr val="tx1"/>
              </a:solidFill>
            </a:endParaRPr>
          </a:p>
        </p:txBody>
      </p:sp>
      <p:sp>
        <p:nvSpPr>
          <p:cNvPr id="224" name="Google Shape;224;p34"/>
          <p:cNvSpPr txBox="1">
            <a:spLocks noGrp="1"/>
          </p:cNvSpPr>
          <p:nvPr>
            <p:ph type="title" idx="2"/>
          </p:nvPr>
        </p:nvSpPr>
        <p:spPr>
          <a:xfrm>
            <a:off x="4189732" y="1262325"/>
            <a:ext cx="4462500" cy="11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01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4642D8D1-2991-9C81-C39B-3EB8F18CA4CD}"/>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8BFC1E70-85FE-7D9F-D0AE-8BC6082A735A}"/>
              </a:ext>
            </a:extLst>
          </p:cNvPr>
          <p:cNvSpPr txBox="1">
            <a:spLocks noGrp="1"/>
          </p:cNvSpPr>
          <p:nvPr>
            <p:ph type="title"/>
          </p:nvPr>
        </p:nvSpPr>
        <p:spPr>
          <a:xfrm>
            <a:off x="2544300" y="350394"/>
            <a:ext cx="4055400" cy="723000"/>
          </a:xfrm>
          <a:prstGeom prst="rect">
            <a:avLst/>
          </a:prstGeom>
        </p:spPr>
        <p:txBody>
          <a:bodyPr spcFirstLastPara="1" wrap="square" lIns="91425" tIns="91425" rIns="91425" bIns="91425" anchor="t" anchorCtr="0">
            <a:noAutofit/>
          </a:bodyPr>
          <a:lstStyle/>
          <a:p>
            <a:pPr algn="l"/>
            <a:r>
              <a:rPr lang="en" sz="3200" dirty="0">
                <a:latin typeface="Montserrat SemiBold" pitchFamily="2" charset="77"/>
              </a:rPr>
              <a:t>Capstone </a:t>
            </a:r>
            <a:r>
              <a:rPr lang="en" sz="3200" dirty="0">
                <a:solidFill>
                  <a:schemeClr val="bg2"/>
                </a:solidFill>
                <a:latin typeface="Montserrat SemiBold" pitchFamily="2" charset="77"/>
              </a:rPr>
              <a:t>Title</a:t>
            </a:r>
            <a:endParaRPr lang="en-PH" sz="3200" dirty="0">
              <a:solidFill>
                <a:schemeClr val="bg2"/>
              </a:solidFill>
              <a:latin typeface="Montserrat SemiBold" pitchFamily="2" charset="77"/>
            </a:endParaRPr>
          </a:p>
        </p:txBody>
      </p:sp>
      <p:sp>
        <p:nvSpPr>
          <p:cNvPr id="230" name="Google Shape;230;p35">
            <a:extLst>
              <a:ext uri="{FF2B5EF4-FFF2-40B4-BE49-F238E27FC236}">
                <a16:creationId xmlns:a16="http://schemas.microsoft.com/office/drawing/2014/main" id="{1AD48071-F56B-FBC0-F526-30B0D47B51FE}"/>
              </a:ext>
            </a:extLst>
          </p:cNvPr>
          <p:cNvSpPr txBox="1">
            <a:spLocks noGrp="1"/>
          </p:cNvSpPr>
          <p:nvPr>
            <p:ph type="subTitle" idx="1"/>
          </p:nvPr>
        </p:nvSpPr>
        <p:spPr>
          <a:xfrm>
            <a:off x="2553699" y="997193"/>
            <a:ext cx="6080161" cy="3401551"/>
          </a:xfrm>
          <a:prstGeom prst="rect">
            <a:avLst/>
          </a:prstGeom>
        </p:spPr>
        <p:txBody>
          <a:bodyPr spcFirstLastPara="1" wrap="square" lIns="91425" tIns="91425" rIns="91425" bIns="91425" anchor="t" anchorCtr="0">
            <a:noAutofit/>
          </a:bodyPr>
          <a:lstStyle/>
          <a:p>
            <a:pPr marL="95250" indent="0" algn="just"/>
            <a:r>
              <a:rPr lang="en-PH" dirty="0"/>
              <a:t>The title is an essential component in every research proposal since it hints to readers whether they will read your paper or not. It should present readers with a clear and concise description of the entire project. The following are some pointers of how to construct a good title (Nair, 2014):</a:t>
            </a:r>
          </a:p>
          <a:p>
            <a:pPr marL="381000" lvl="0" indent="-285750" algn="just">
              <a:buClr>
                <a:schemeClr val="accent1"/>
              </a:buClr>
              <a:buFont typeface="Arial" panose="020B0604020202020204" pitchFamily="34" charset="0"/>
              <a:buChar char="•"/>
            </a:pPr>
            <a:r>
              <a:rPr lang="en-PH" dirty="0"/>
              <a:t>Contain as few words as possible: many journals limit tags from 12 to 15 words</a:t>
            </a:r>
          </a:p>
          <a:p>
            <a:pPr marL="381000" lvl="0" indent="-285750" algn="just">
              <a:buClr>
                <a:schemeClr val="accent1"/>
              </a:buClr>
              <a:buFont typeface="Arial" panose="020B0604020202020204" pitchFamily="34" charset="0"/>
              <a:buChar char="•"/>
            </a:pPr>
            <a:r>
              <a:rPr lang="en-PH" dirty="0"/>
              <a:t>Be easy to understand</a:t>
            </a:r>
          </a:p>
          <a:p>
            <a:pPr marL="381000" lvl="0" indent="-285750" algn="just">
              <a:buClr>
                <a:schemeClr val="accent1"/>
              </a:buClr>
              <a:buFont typeface="Arial" panose="020B0604020202020204" pitchFamily="34" charset="0"/>
              <a:buChar char="•"/>
            </a:pPr>
            <a:r>
              <a:rPr lang="en-PH" dirty="0"/>
              <a:t>Describe the contents of the paper accurately and specifically</a:t>
            </a:r>
          </a:p>
          <a:p>
            <a:pPr marL="381000" lvl="0" indent="-285750" algn="just">
              <a:buClr>
                <a:schemeClr val="accent1"/>
              </a:buClr>
              <a:buFont typeface="Arial" panose="020B0604020202020204" pitchFamily="34" charset="0"/>
              <a:buChar char="•"/>
            </a:pPr>
            <a:r>
              <a:rPr lang="en-PH" dirty="0"/>
              <a:t>Avoid abbreviations, formulas, and jargon</a:t>
            </a:r>
          </a:p>
          <a:p>
            <a:pPr marL="381000" lvl="0" indent="-285750" algn="just">
              <a:buClr>
                <a:schemeClr val="accent1"/>
              </a:buClr>
              <a:buFont typeface="Arial" panose="020B0604020202020204" pitchFamily="34" charset="0"/>
              <a:buChar char="•"/>
            </a:pPr>
            <a:r>
              <a:rPr lang="en-PH" dirty="0"/>
              <a:t>Not include any verb</a:t>
            </a:r>
          </a:p>
          <a:p>
            <a:pPr marL="381000" lvl="0" indent="-285750" algn="just">
              <a:buClr>
                <a:schemeClr val="accent1"/>
              </a:buClr>
              <a:buFont typeface="Arial" panose="020B0604020202020204" pitchFamily="34" charset="0"/>
              <a:buChar char="•"/>
            </a:pPr>
            <a:r>
              <a:rPr lang="en-PH" dirty="0"/>
              <a:t>Not contain low-impact words such as "Some notes on ...," "Observations on ...," "Investigations on ...," "Study of ...," and "Effect of ...")</a:t>
            </a:r>
          </a:p>
          <a:p>
            <a:pPr marL="381000" lvl="0" indent="-285750" algn="just">
              <a:buClr>
                <a:schemeClr val="accent1"/>
              </a:buClr>
              <a:buFont typeface="Arial" panose="020B0604020202020204" pitchFamily="34" charset="0"/>
              <a:buChar char="•"/>
            </a:pPr>
            <a:r>
              <a:rPr lang="en-PH" dirty="0"/>
              <a:t>Not be flashy as in newspapers (e.g., avoid statements like "Agroforestry can stop deforestation")</a:t>
            </a:r>
          </a:p>
          <a:p>
            <a:pPr marL="381000" lvl="0" indent="-285750" algn="just">
              <a:buClr>
                <a:schemeClr val="accent1"/>
              </a:buClr>
              <a:buFont typeface="Arial" panose="020B0604020202020204" pitchFamily="34" charset="0"/>
              <a:buChar char="•"/>
            </a:pPr>
            <a:r>
              <a:rPr lang="en-PH" dirty="0"/>
              <a:t>Report the subject of the research rather than the results</a:t>
            </a:r>
          </a:p>
        </p:txBody>
      </p:sp>
    </p:spTree>
    <p:extLst>
      <p:ext uri="{BB962C8B-B14F-4D97-AF65-F5344CB8AC3E}">
        <p14:creationId xmlns:p14="http://schemas.microsoft.com/office/powerpoint/2010/main" val="762602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F28D8628-AFA1-ECA6-356C-7F6DA569836E}"/>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976E1AA7-8424-7C43-911C-F1FAB6B3AAFB}"/>
              </a:ext>
            </a:extLst>
          </p:cNvPr>
          <p:cNvSpPr txBox="1">
            <a:spLocks noGrp="1"/>
          </p:cNvSpPr>
          <p:nvPr>
            <p:ph type="title"/>
          </p:nvPr>
        </p:nvSpPr>
        <p:spPr>
          <a:xfrm>
            <a:off x="2544300" y="350394"/>
            <a:ext cx="4055400" cy="723000"/>
          </a:xfrm>
          <a:prstGeom prst="rect">
            <a:avLst/>
          </a:prstGeom>
        </p:spPr>
        <p:txBody>
          <a:bodyPr spcFirstLastPara="1" wrap="square" lIns="91425" tIns="91425" rIns="91425" bIns="91425" anchor="t" anchorCtr="0">
            <a:noAutofit/>
          </a:bodyPr>
          <a:lstStyle/>
          <a:p>
            <a:pPr algn="l"/>
            <a:r>
              <a:rPr lang="en" sz="3200" dirty="0">
                <a:latin typeface="Montserrat SemiBold" pitchFamily="2" charset="77"/>
              </a:rPr>
              <a:t>Capstone </a:t>
            </a:r>
            <a:r>
              <a:rPr lang="en" sz="3200" dirty="0">
                <a:solidFill>
                  <a:schemeClr val="bg2"/>
                </a:solidFill>
                <a:latin typeface="Montserrat SemiBold" pitchFamily="2" charset="77"/>
              </a:rPr>
              <a:t>Title</a:t>
            </a:r>
            <a:endParaRPr lang="en-PH" sz="3200" dirty="0">
              <a:solidFill>
                <a:schemeClr val="bg2"/>
              </a:solidFill>
              <a:latin typeface="Montserrat SemiBold" pitchFamily="2" charset="77"/>
            </a:endParaRPr>
          </a:p>
        </p:txBody>
      </p:sp>
      <p:sp>
        <p:nvSpPr>
          <p:cNvPr id="230" name="Google Shape;230;p35">
            <a:extLst>
              <a:ext uri="{FF2B5EF4-FFF2-40B4-BE49-F238E27FC236}">
                <a16:creationId xmlns:a16="http://schemas.microsoft.com/office/drawing/2014/main" id="{4244AE1D-D02C-ED48-B91E-586C97C728CA}"/>
              </a:ext>
            </a:extLst>
          </p:cNvPr>
          <p:cNvSpPr txBox="1">
            <a:spLocks noGrp="1"/>
          </p:cNvSpPr>
          <p:nvPr>
            <p:ph type="subTitle" idx="1"/>
          </p:nvPr>
        </p:nvSpPr>
        <p:spPr>
          <a:xfrm>
            <a:off x="2553699" y="997193"/>
            <a:ext cx="6080161" cy="3401551"/>
          </a:xfrm>
          <a:prstGeom prst="rect">
            <a:avLst/>
          </a:prstGeom>
        </p:spPr>
        <p:txBody>
          <a:bodyPr spcFirstLastPara="1" wrap="square" lIns="91425" tIns="91425" rIns="91425" bIns="91425" anchor="t" anchorCtr="0">
            <a:noAutofit/>
          </a:bodyPr>
          <a:lstStyle/>
          <a:p>
            <a:pPr marL="95250" indent="0" algn="just"/>
            <a:r>
              <a:rPr lang="en-PH" sz="1800" dirty="0"/>
              <a:t>The titles that will be approved on </a:t>
            </a:r>
            <a:r>
              <a:rPr lang="en-PH" sz="1800" b="1" dirty="0"/>
              <a:t>LCC </a:t>
            </a:r>
            <a:r>
              <a:rPr lang="en-PH" sz="1800" dirty="0"/>
              <a:t>should answer the following questions: </a:t>
            </a:r>
            <a:r>
              <a:rPr lang="en-PH" sz="1800" b="1" dirty="0"/>
              <a:t>What, Where, and How</a:t>
            </a:r>
            <a:r>
              <a:rPr lang="en-PH" sz="1800" dirty="0"/>
              <a:t>. </a:t>
            </a:r>
          </a:p>
          <a:p>
            <a:pPr marL="381000" indent="-285750" algn="just">
              <a:buClr>
                <a:schemeClr val="accent1"/>
              </a:buClr>
              <a:buSzPct val="100000"/>
              <a:buFont typeface="Arial" panose="020B0604020202020204" pitchFamily="34" charset="0"/>
              <a:buChar char="•"/>
            </a:pPr>
            <a:r>
              <a:rPr lang="en-PH" sz="1800" b="1" dirty="0">
                <a:solidFill>
                  <a:schemeClr val="accent1"/>
                </a:solidFill>
              </a:rPr>
              <a:t>WHAT</a:t>
            </a:r>
            <a:r>
              <a:rPr lang="en-PH" sz="1800" dirty="0"/>
              <a:t> presents the description of the proposed system; </a:t>
            </a:r>
          </a:p>
          <a:p>
            <a:pPr marL="381000" indent="-285750" algn="just">
              <a:buClr>
                <a:schemeClr val="accent1"/>
              </a:buClr>
              <a:buSzPct val="100000"/>
              <a:buFont typeface="Arial" panose="020B0604020202020204" pitchFamily="34" charset="0"/>
              <a:buChar char="•"/>
            </a:pPr>
            <a:r>
              <a:rPr lang="en-PH" sz="1800" b="1" dirty="0">
                <a:solidFill>
                  <a:schemeClr val="accent1"/>
                </a:solidFill>
              </a:rPr>
              <a:t>WHERE</a:t>
            </a:r>
            <a:r>
              <a:rPr lang="en-PH" sz="1800" dirty="0"/>
              <a:t> details the business profile of the selected organization/business firm that will serve as the project's primary stakeholder; </a:t>
            </a:r>
          </a:p>
          <a:p>
            <a:pPr marL="381000" indent="-285750" algn="just">
              <a:buClr>
                <a:schemeClr val="accent1"/>
              </a:buClr>
              <a:buSzPct val="100000"/>
              <a:buFont typeface="Arial" panose="020B0604020202020204" pitchFamily="34" charset="0"/>
              <a:buChar char="•"/>
            </a:pPr>
            <a:r>
              <a:rPr lang="en-PH" sz="1800" b="1" dirty="0">
                <a:solidFill>
                  <a:schemeClr val="accent1"/>
                </a:solidFill>
              </a:rPr>
              <a:t>HOW</a:t>
            </a:r>
            <a:r>
              <a:rPr lang="en-PH" sz="1800" dirty="0">
                <a:solidFill>
                  <a:schemeClr val="accent1"/>
                </a:solidFill>
              </a:rPr>
              <a:t> (optional)</a:t>
            </a:r>
            <a:r>
              <a:rPr lang="en-PH" sz="1800" dirty="0"/>
              <a:t> presents to readers the technology/technologies used to develop the system. </a:t>
            </a:r>
          </a:p>
        </p:txBody>
      </p:sp>
    </p:spTree>
    <p:extLst>
      <p:ext uri="{BB962C8B-B14F-4D97-AF65-F5344CB8AC3E}">
        <p14:creationId xmlns:p14="http://schemas.microsoft.com/office/powerpoint/2010/main" val="928221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E9B62429-5276-3C09-D425-1DC1392EC95A}"/>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603B6049-1EA9-857E-67D0-895F823C7F5A}"/>
              </a:ext>
            </a:extLst>
          </p:cNvPr>
          <p:cNvSpPr txBox="1">
            <a:spLocks noGrp="1"/>
          </p:cNvSpPr>
          <p:nvPr>
            <p:ph type="title"/>
          </p:nvPr>
        </p:nvSpPr>
        <p:spPr>
          <a:xfrm>
            <a:off x="2544300" y="350394"/>
            <a:ext cx="4055400" cy="723000"/>
          </a:xfrm>
          <a:prstGeom prst="rect">
            <a:avLst/>
          </a:prstGeom>
        </p:spPr>
        <p:txBody>
          <a:bodyPr spcFirstLastPara="1" wrap="square" lIns="91425" tIns="91425" rIns="91425" bIns="91425" anchor="t" anchorCtr="0">
            <a:noAutofit/>
          </a:bodyPr>
          <a:lstStyle/>
          <a:p>
            <a:pPr algn="l"/>
            <a:r>
              <a:rPr lang="en" sz="3200" dirty="0">
                <a:latin typeface="Montserrat SemiBold" pitchFamily="2" charset="77"/>
              </a:rPr>
              <a:t>Capstone </a:t>
            </a:r>
            <a:r>
              <a:rPr lang="en" sz="3200" dirty="0">
                <a:solidFill>
                  <a:schemeClr val="bg2"/>
                </a:solidFill>
                <a:latin typeface="Montserrat SemiBold" pitchFamily="2" charset="77"/>
              </a:rPr>
              <a:t>Title</a:t>
            </a:r>
            <a:endParaRPr lang="en-PH" sz="3200" dirty="0">
              <a:solidFill>
                <a:schemeClr val="bg2"/>
              </a:solidFill>
              <a:latin typeface="Montserrat SemiBold" pitchFamily="2" charset="77"/>
            </a:endParaRPr>
          </a:p>
        </p:txBody>
      </p:sp>
      <p:sp>
        <p:nvSpPr>
          <p:cNvPr id="230" name="Google Shape;230;p35">
            <a:extLst>
              <a:ext uri="{FF2B5EF4-FFF2-40B4-BE49-F238E27FC236}">
                <a16:creationId xmlns:a16="http://schemas.microsoft.com/office/drawing/2014/main" id="{BB0F19E7-0066-A501-2F3A-4A886383F27B}"/>
              </a:ext>
            </a:extLst>
          </p:cNvPr>
          <p:cNvSpPr txBox="1">
            <a:spLocks noGrp="1"/>
          </p:cNvSpPr>
          <p:nvPr>
            <p:ph type="subTitle" idx="1"/>
          </p:nvPr>
        </p:nvSpPr>
        <p:spPr>
          <a:xfrm>
            <a:off x="2553699" y="997193"/>
            <a:ext cx="6080161" cy="3401551"/>
          </a:xfrm>
          <a:prstGeom prst="rect">
            <a:avLst/>
          </a:prstGeom>
        </p:spPr>
        <p:txBody>
          <a:bodyPr spcFirstLastPara="1" wrap="square" lIns="91425" tIns="91425" rIns="91425" bIns="91425" anchor="t" anchorCtr="0">
            <a:noAutofit/>
          </a:bodyPr>
          <a:lstStyle/>
          <a:p>
            <a:pPr marL="95250" indent="0" algn="just"/>
            <a:r>
              <a:rPr lang="en-PH" sz="1600" dirty="0"/>
              <a:t>The following are sample titles of implemented capstone projects in the other higher education institutions:</a:t>
            </a:r>
          </a:p>
          <a:p>
            <a:pPr lvl="0" algn="l">
              <a:spcAft>
                <a:spcPts val="600"/>
              </a:spcAft>
              <a:buClr>
                <a:schemeClr val="accent1"/>
              </a:buClr>
              <a:buFont typeface="Arial" panose="020B0604020202020204" pitchFamily="34" charset="0"/>
              <a:buChar char="•"/>
            </a:pPr>
            <a:r>
              <a:rPr lang="en-PH" sz="1300" b="1" dirty="0" err="1"/>
              <a:t>RiceDoc</a:t>
            </a:r>
            <a:r>
              <a:rPr lang="en-PH" sz="1300" b="1" dirty="0"/>
              <a:t>: A Mobile-based Rice Leaf Disease Detection through Image Recognition of Rice Leaf Images using Convolutional Neural Network</a:t>
            </a:r>
            <a:r>
              <a:rPr lang="en-PH" sz="1300" i="1" dirty="0"/>
              <a:t> </a:t>
            </a:r>
            <a:r>
              <a:rPr lang="en-PH" sz="1300" dirty="0">
                <a:solidFill>
                  <a:schemeClr val="accent1"/>
                </a:solidFill>
              </a:rPr>
              <a:t>(Answers </a:t>
            </a:r>
            <a:r>
              <a:rPr lang="en-PH" sz="1300" b="1" dirty="0">
                <a:solidFill>
                  <a:schemeClr val="accent1"/>
                </a:solidFill>
              </a:rPr>
              <a:t>What And How</a:t>
            </a:r>
            <a:r>
              <a:rPr lang="en-PH" sz="1300" dirty="0">
                <a:solidFill>
                  <a:schemeClr val="accent1"/>
                </a:solidFill>
              </a:rPr>
              <a:t>)</a:t>
            </a:r>
          </a:p>
          <a:p>
            <a:pPr lvl="0" algn="l">
              <a:spcAft>
                <a:spcPts val="600"/>
              </a:spcAft>
              <a:buClr>
                <a:schemeClr val="accent1"/>
              </a:buClr>
              <a:buFont typeface="Arial" panose="020B0604020202020204" pitchFamily="34" charset="0"/>
              <a:buChar char="•"/>
            </a:pPr>
            <a:r>
              <a:rPr lang="en-PH" sz="1300" b="1" dirty="0"/>
              <a:t>Banana-Q: A Mobile Image Classification for Banana Classes Identification using Convolutional Neural Network (CNN) in Diamond Individual Farmers Cooperative</a:t>
            </a:r>
            <a:r>
              <a:rPr lang="en-PH" sz="1300" b="1" i="1" dirty="0"/>
              <a:t> </a:t>
            </a:r>
            <a:r>
              <a:rPr lang="en-PH" sz="1300" b="1" dirty="0">
                <a:solidFill>
                  <a:schemeClr val="accent1"/>
                </a:solidFill>
              </a:rPr>
              <a:t>(Answers What, How, Where)</a:t>
            </a:r>
          </a:p>
          <a:p>
            <a:pPr lvl="0" algn="l">
              <a:spcAft>
                <a:spcPts val="600"/>
              </a:spcAft>
              <a:buClr>
                <a:schemeClr val="accent1"/>
              </a:buClr>
              <a:buFont typeface="Arial" panose="020B0604020202020204" pitchFamily="34" charset="0"/>
              <a:buChar char="•"/>
            </a:pPr>
            <a:r>
              <a:rPr lang="en-PH" sz="1300" b="1" dirty="0"/>
              <a:t>Waterwise: A Smart Plant Watering System using IOT in the City Hall of </a:t>
            </a:r>
            <a:r>
              <a:rPr lang="en-PH" sz="1300" b="1" dirty="0" err="1"/>
              <a:t>Panabo</a:t>
            </a:r>
            <a:r>
              <a:rPr lang="en-PH" sz="1300" b="1" i="1" dirty="0"/>
              <a:t> </a:t>
            </a:r>
            <a:r>
              <a:rPr lang="en-PH" sz="1300" b="1" dirty="0">
                <a:solidFill>
                  <a:schemeClr val="accent1"/>
                </a:solidFill>
              </a:rPr>
              <a:t>(Answers What, Where, How)</a:t>
            </a:r>
          </a:p>
          <a:p>
            <a:pPr lvl="0" algn="l">
              <a:spcAft>
                <a:spcPts val="600"/>
              </a:spcAft>
              <a:buClr>
                <a:schemeClr val="accent1"/>
              </a:buClr>
              <a:buFont typeface="Arial" panose="020B0604020202020204" pitchFamily="34" charset="0"/>
              <a:buChar char="•"/>
            </a:pPr>
            <a:r>
              <a:rPr lang="en-PH" sz="1300" b="1" dirty="0" err="1"/>
              <a:t>LeafCheck</a:t>
            </a:r>
            <a:r>
              <a:rPr lang="en-PH" sz="1300" b="1" dirty="0"/>
              <a:t>: An Intelligent Crop Management System for Eggplant with Disease Identification, and Weather-based Yield Prediction </a:t>
            </a:r>
            <a:r>
              <a:rPr lang="en-PH" sz="1300" dirty="0">
                <a:solidFill>
                  <a:schemeClr val="accent1"/>
                </a:solidFill>
              </a:rPr>
              <a:t>(Answers What And How)</a:t>
            </a:r>
          </a:p>
        </p:txBody>
      </p:sp>
    </p:spTree>
    <p:extLst>
      <p:ext uri="{BB962C8B-B14F-4D97-AF65-F5344CB8AC3E}">
        <p14:creationId xmlns:p14="http://schemas.microsoft.com/office/powerpoint/2010/main" val="1447053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DCF27173-E5F9-238C-9F7F-EC4AF322359B}"/>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2F865953-04E4-7C56-AC3A-23E4A4101A2D}"/>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F60D9DE1-1C23-8123-80D0-960F66A9EB03}"/>
              </a:ext>
            </a:extLst>
          </p:cNvPr>
          <p:cNvSpPr txBox="1">
            <a:spLocks noGrp="1"/>
          </p:cNvSpPr>
          <p:nvPr>
            <p:ph type="body" idx="1"/>
          </p:nvPr>
        </p:nvSpPr>
        <p:spPr>
          <a:xfrm>
            <a:off x="896642" y="1565775"/>
            <a:ext cx="5572600" cy="2011800"/>
          </a:xfrm>
          <a:prstGeom prst="rect">
            <a:avLst/>
          </a:prstGeom>
        </p:spPr>
        <p:txBody>
          <a:bodyPr spcFirstLastPara="1" wrap="square" lIns="91425" tIns="91425" rIns="91425" bIns="91425" anchor="t" anchorCtr="0">
            <a:noAutofit/>
          </a:bodyPr>
          <a:lstStyle/>
          <a:p>
            <a:pPr marL="666750" indent="-514350">
              <a:buSzPct val="120000"/>
              <a:buFont typeface="+mj-lt"/>
              <a:buAutoNum type="arabicPeriod"/>
            </a:pPr>
            <a:r>
              <a:rPr lang="en-PH" sz="2800" dirty="0"/>
              <a:t>Background of the Study</a:t>
            </a:r>
          </a:p>
          <a:p>
            <a:pPr marL="666750" indent="-514350">
              <a:buSzPct val="120000"/>
              <a:buFont typeface="+mj-lt"/>
              <a:buAutoNum type="arabicPeriod"/>
            </a:pPr>
            <a:r>
              <a:rPr lang="en-PH" sz="2800" b="1" dirty="0"/>
              <a:t>Objectives of the Study</a:t>
            </a:r>
            <a:endParaRPr lang="en-PH" sz="2800" dirty="0"/>
          </a:p>
          <a:p>
            <a:pPr marL="666750" indent="-514350">
              <a:buSzPct val="120000"/>
              <a:buFont typeface="+mj-lt"/>
              <a:buAutoNum type="arabicPeriod"/>
            </a:pPr>
            <a:r>
              <a:rPr lang="en-PH" sz="2800" b="1" dirty="0"/>
              <a:t>Scope and Limitation</a:t>
            </a:r>
            <a:endParaRPr lang="en-PH" sz="2800" dirty="0"/>
          </a:p>
          <a:p>
            <a:pPr marL="666750" indent="-514350">
              <a:buSzPct val="120000"/>
              <a:buFont typeface="+mj-lt"/>
              <a:buAutoNum type="arabicPeriod"/>
            </a:pPr>
            <a:r>
              <a:rPr lang="en-PH" sz="2800" b="1" dirty="0"/>
              <a:t>References</a:t>
            </a:r>
            <a:r>
              <a:rPr lang="en-PH" sz="2800" dirty="0"/>
              <a:t> </a:t>
            </a:r>
          </a:p>
        </p:txBody>
      </p:sp>
      <p:sp>
        <p:nvSpPr>
          <p:cNvPr id="216" name="Google Shape;216;p33">
            <a:extLst>
              <a:ext uri="{FF2B5EF4-FFF2-40B4-BE49-F238E27FC236}">
                <a16:creationId xmlns:a16="http://schemas.microsoft.com/office/drawing/2014/main" id="{ABC21912-C9A5-CEAF-DC27-F12037F522FC}"/>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BA0ED5C2-B652-5CE8-89BA-504C2B1A3B2F}"/>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5678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B3C90AB2-2F51-47B3-2085-A82DC31A16FE}"/>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649B5E0E-C67E-993B-A63A-2D578E7C183A}"/>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16B7174E-DF99-701A-1732-6D8521396299}"/>
              </a:ext>
            </a:extLst>
          </p:cNvPr>
          <p:cNvSpPr txBox="1">
            <a:spLocks noGrp="1"/>
          </p:cNvSpPr>
          <p:nvPr>
            <p:ph type="body" idx="1"/>
          </p:nvPr>
        </p:nvSpPr>
        <p:spPr>
          <a:xfrm>
            <a:off x="896642" y="1565775"/>
            <a:ext cx="5572600" cy="2011800"/>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Background of the Study</a:t>
            </a:r>
          </a:p>
          <a:p>
            <a:r>
              <a:rPr lang="en-PH" dirty="0"/>
              <a:t>The background of the project presents the literature review of the project. Specifically, the background of the project defines the nature and extent of the problems studied, relates the research to previous work (usually by a brief review of the literature relevant to the problem), explains the objectives of the investigation, and defines any specialized terms or abbreviations to be used in what follows [1].</a:t>
            </a:r>
          </a:p>
          <a:p>
            <a:r>
              <a:rPr lang="en-PH" dirty="0"/>
              <a:t>Remember that the project's background leads logically too, and clearly states, the hypothesis or principal theme of the paper.</a:t>
            </a:r>
          </a:p>
        </p:txBody>
      </p:sp>
      <p:sp>
        <p:nvSpPr>
          <p:cNvPr id="216" name="Google Shape;216;p33">
            <a:extLst>
              <a:ext uri="{FF2B5EF4-FFF2-40B4-BE49-F238E27FC236}">
                <a16:creationId xmlns:a16="http://schemas.microsoft.com/office/drawing/2014/main" id="{0FFE53B0-4F5E-13AD-17CF-305D7BA88F13}"/>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45C243C2-2B69-F60E-FBA7-A9EC0B80F9F6}"/>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1750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4901BED8-9F77-C136-0AFF-96716957ACAD}"/>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2550B8D4-02B3-8A14-1CC6-347C8A093391}"/>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643888B2-9B3B-7920-1564-C3F57E6BEE4D}"/>
              </a:ext>
            </a:extLst>
          </p:cNvPr>
          <p:cNvSpPr txBox="1">
            <a:spLocks noGrp="1"/>
          </p:cNvSpPr>
          <p:nvPr>
            <p:ph type="body" idx="1"/>
          </p:nvPr>
        </p:nvSpPr>
        <p:spPr>
          <a:xfrm>
            <a:off x="896642" y="1565775"/>
            <a:ext cx="5572600" cy="2011800"/>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Background of the Study</a:t>
            </a:r>
          </a:p>
          <a:p>
            <a:r>
              <a:rPr lang="en-PH" dirty="0"/>
              <a:t>The following are the recommended contents of the background of the project section (note: you may not follow this recommendation, it’s up to you how you will organize your contents as long as you present a detailed literature review of the project/system):</a:t>
            </a:r>
          </a:p>
          <a:p>
            <a:pPr lvl="1"/>
            <a:r>
              <a:rPr lang="en-PH" sz="1400" dirty="0">
                <a:solidFill>
                  <a:schemeClr val="tx1"/>
                </a:solidFill>
              </a:rPr>
              <a:t>Introductory statement</a:t>
            </a:r>
          </a:p>
          <a:p>
            <a:pPr lvl="1"/>
            <a:r>
              <a:rPr lang="en-PH" sz="1400" dirty="0">
                <a:solidFill>
                  <a:schemeClr val="tx1"/>
                </a:solidFill>
              </a:rPr>
              <a:t>Rationale of the study (global, national, and local view of point)</a:t>
            </a:r>
          </a:p>
          <a:p>
            <a:pPr lvl="1"/>
            <a:r>
              <a:rPr lang="en-PH" sz="1400" dirty="0">
                <a:solidFill>
                  <a:schemeClr val="tx1"/>
                </a:solidFill>
              </a:rPr>
              <a:t>Locale of the study and problems</a:t>
            </a:r>
          </a:p>
          <a:p>
            <a:pPr lvl="1"/>
            <a:r>
              <a:rPr lang="en-PH" sz="1400" dirty="0">
                <a:solidFill>
                  <a:schemeClr val="tx1"/>
                </a:solidFill>
              </a:rPr>
              <a:t>CHED-ACHIEVE framework alignment</a:t>
            </a:r>
          </a:p>
        </p:txBody>
      </p:sp>
      <p:sp>
        <p:nvSpPr>
          <p:cNvPr id="216" name="Google Shape;216;p33">
            <a:extLst>
              <a:ext uri="{FF2B5EF4-FFF2-40B4-BE49-F238E27FC236}">
                <a16:creationId xmlns:a16="http://schemas.microsoft.com/office/drawing/2014/main" id="{2B97A3F9-C810-AB75-9ECB-5894B08CB7CC}"/>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A144EAA3-4479-C8E9-C5D5-3BCB9A92BF78}"/>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6263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9">
          <a:extLst>
            <a:ext uri="{FF2B5EF4-FFF2-40B4-BE49-F238E27FC236}">
              <a16:creationId xmlns:a16="http://schemas.microsoft.com/office/drawing/2014/main" id="{677B383A-1A6D-F82F-DB5D-91995F1A0A0B}"/>
            </a:ext>
          </a:extLst>
        </p:cNvPr>
        <p:cNvGrpSpPr/>
        <p:nvPr/>
      </p:nvGrpSpPr>
      <p:grpSpPr>
        <a:xfrm>
          <a:off x="0" y="0"/>
          <a:ext cx="0" cy="0"/>
          <a:chOff x="0" y="0"/>
          <a:chExt cx="0" cy="0"/>
        </a:xfrm>
      </p:grpSpPr>
      <p:sp>
        <p:nvSpPr>
          <p:cNvPr id="460" name="Google Shape;460;p48">
            <a:extLst>
              <a:ext uri="{FF2B5EF4-FFF2-40B4-BE49-F238E27FC236}">
                <a16:creationId xmlns:a16="http://schemas.microsoft.com/office/drawing/2014/main" id="{6C8F3B0D-E6DB-DFF2-DE7E-C1DA9297C5E2}"/>
              </a:ext>
            </a:extLst>
          </p:cNvPr>
          <p:cNvSpPr txBox="1">
            <a:spLocks noGrp="1"/>
          </p:cNvSpPr>
          <p:nvPr>
            <p:ph type="title"/>
          </p:nvPr>
        </p:nvSpPr>
        <p:spPr>
          <a:xfrm>
            <a:off x="501468" y="309959"/>
            <a:ext cx="7592373" cy="572700"/>
          </a:xfrm>
          <a:prstGeom prst="rect">
            <a:avLst/>
          </a:prstGeom>
        </p:spPr>
        <p:txBody>
          <a:bodyPr spcFirstLastPara="1" wrap="square" lIns="91425" tIns="91425" rIns="91425" bIns="91425" anchor="t" anchorCtr="0">
            <a:noAutofit/>
          </a:bodyPr>
          <a:lstStyle/>
          <a:p>
            <a:pPr>
              <a:spcAft>
                <a:spcPts val="1200"/>
              </a:spcAft>
              <a:buSzPts val="1100"/>
            </a:pPr>
            <a:r>
              <a:rPr lang="en-PH" dirty="0">
                <a:latin typeface="Montserrat SemiBold" pitchFamily="2" charset="77"/>
              </a:rPr>
              <a:t>Background of </a:t>
            </a:r>
            <a:r>
              <a:rPr lang="en-PH" dirty="0">
                <a:solidFill>
                  <a:schemeClr val="bg2"/>
                </a:solidFill>
                <a:latin typeface="Montserrat SemiBold" pitchFamily="2" charset="77"/>
              </a:rPr>
              <a:t>the Study</a:t>
            </a:r>
          </a:p>
        </p:txBody>
      </p:sp>
      <p:sp>
        <p:nvSpPr>
          <p:cNvPr id="461" name="Google Shape;461;p48">
            <a:extLst>
              <a:ext uri="{FF2B5EF4-FFF2-40B4-BE49-F238E27FC236}">
                <a16:creationId xmlns:a16="http://schemas.microsoft.com/office/drawing/2014/main" id="{89114193-A1F5-8E6E-37EC-5B68F5AB4A15}"/>
              </a:ext>
            </a:extLst>
          </p:cNvPr>
          <p:cNvSpPr txBox="1">
            <a:spLocks noGrp="1"/>
          </p:cNvSpPr>
          <p:nvPr>
            <p:ph type="body" idx="1"/>
          </p:nvPr>
        </p:nvSpPr>
        <p:spPr>
          <a:xfrm>
            <a:off x="501468" y="1378216"/>
            <a:ext cx="5668326" cy="1279200"/>
          </a:xfrm>
          <a:prstGeom prst="rect">
            <a:avLst/>
          </a:prstGeom>
        </p:spPr>
        <p:txBody>
          <a:bodyPr spcFirstLastPara="1" wrap="square" lIns="91425" tIns="91425" rIns="91425" bIns="91425" anchor="t" anchorCtr="0">
            <a:noAutofit/>
          </a:bodyPr>
          <a:lstStyle/>
          <a:p>
            <a:pPr marL="0" lvl="0" indent="0">
              <a:buClr>
                <a:schemeClr val="dk1"/>
              </a:buClr>
              <a:buSzPts val="1100"/>
              <a:buNone/>
            </a:pPr>
            <a:r>
              <a:rPr lang="en-PH" sz="1200" dirty="0"/>
              <a:t>This section introduces the main topic of the capstone project. It sets the context and provides background information about the problem area. The introductory statement should briefly explain what the study is about and why it is important. It should capture the reader’s attention and give an overview of the issues that the project aims to address.</a:t>
            </a:r>
            <a:endParaRPr sz="1200" dirty="0"/>
          </a:p>
        </p:txBody>
      </p:sp>
      <p:sp>
        <p:nvSpPr>
          <p:cNvPr id="463" name="Google Shape;463;p48">
            <a:extLst>
              <a:ext uri="{FF2B5EF4-FFF2-40B4-BE49-F238E27FC236}">
                <a16:creationId xmlns:a16="http://schemas.microsoft.com/office/drawing/2014/main" id="{BE1AA5C4-62E8-72A1-E6D0-9404BDBEF88B}"/>
              </a:ext>
            </a:extLst>
          </p:cNvPr>
          <p:cNvSpPr txBox="1">
            <a:spLocks noGrp="1"/>
          </p:cNvSpPr>
          <p:nvPr>
            <p:ph type="subTitle" idx="3"/>
          </p:nvPr>
        </p:nvSpPr>
        <p:spPr>
          <a:xfrm>
            <a:off x="501468" y="951591"/>
            <a:ext cx="3358261" cy="470400"/>
          </a:xfrm>
          <a:prstGeom prst="rect">
            <a:avLst/>
          </a:prstGeom>
        </p:spPr>
        <p:txBody>
          <a:bodyPr spcFirstLastPara="1" wrap="square" lIns="91425" tIns="91425" rIns="91425" bIns="91425" anchor="t" anchorCtr="0">
            <a:noAutofit/>
          </a:bodyPr>
          <a:lstStyle/>
          <a:p>
            <a:pPr marL="0" indent="0">
              <a:spcAft>
                <a:spcPts val="1600"/>
              </a:spcAft>
            </a:pPr>
            <a:r>
              <a:rPr lang="en-PH" dirty="0">
                <a:latin typeface="Montserrat ExtraBold" pitchFamily="2" charset="77"/>
              </a:rPr>
              <a:t>Introductory Statement</a:t>
            </a:r>
          </a:p>
          <a:p>
            <a:pPr marL="0" lvl="0" indent="0" algn="l" rtl="0">
              <a:spcBef>
                <a:spcPts val="0"/>
              </a:spcBef>
              <a:spcAft>
                <a:spcPts val="1600"/>
              </a:spcAft>
              <a:buNone/>
            </a:pPr>
            <a:endParaRPr dirty="0">
              <a:latin typeface="Montserrat ExtraBold" pitchFamily="2" charset="77"/>
            </a:endParaRPr>
          </a:p>
        </p:txBody>
      </p:sp>
      <p:sp>
        <p:nvSpPr>
          <p:cNvPr id="465" name="Google Shape;465;p48">
            <a:extLst>
              <a:ext uri="{FF2B5EF4-FFF2-40B4-BE49-F238E27FC236}">
                <a16:creationId xmlns:a16="http://schemas.microsoft.com/office/drawing/2014/main" id="{E6083224-BF4B-E3CB-4B24-AC222DC87735}"/>
              </a:ext>
            </a:extLst>
          </p:cNvPr>
          <p:cNvSpPr/>
          <p:nvPr/>
        </p:nvSpPr>
        <p:spPr>
          <a:xfrm>
            <a:off x="7520700" y="20511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61;p48">
            <a:extLst>
              <a:ext uri="{FF2B5EF4-FFF2-40B4-BE49-F238E27FC236}">
                <a16:creationId xmlns:a16="http://schemas.microsoft.com/office/drawing/2014/main" id="{E5DE89D7-D46A-EA44-DF54-EB9BD2CA296E}"/>
              </a:ext>
            </a:extLst>
          </p:cNvPr>
          <p:cNvSpPr txBox="1">
            <a:spLocks/>
          </p:cNvSpPr>
          <p:nvPr/>
        </p:nvSpPr>
        <p:spPr>
          <a:xfrm>
            <a:off x="501468" y="3152973"/>
            <a:ext cx="6919610" cy="1279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rgbClr val="000043"/>
              </a:buClr>
              <a:buSzPts val="1400"/>
              <a:buFont typeface="Quicksand Medium"/>
              <a:buChar char=""/>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rgbClr val="000043"/>
              </a:buClr>
              <a:buSzPts val="1400"/>
              <a:buFont typeface="Quicksand Medium"/>
              <a:buChar char="■"/>
              <a:defRPr sz="1200" b="0" i="0" u="none" strike="noStrike" cap="none">
                <a:solidFill>
                  <a:schemeClr val="dk2"/>
                </a:solidFill>
                <a:latin typeface="Montserrat"/>
                <a:ea typeface="Montserrat"/>
                <a:cs typeface="Montserrat"/>
                <a:sym typeface="Montserrat"/>
              </a:defRPr>
            </a:lvl9pPr>
          </a:lstStyle>
          <a:p>
            <a:pPr marL="0" indent="0">
              <a:buClr>
                <a:schemeClr val="dk1"/>
              </a:buClr>
              <a:buSzPts val="1100"/>
              <a:buNone/>
            </a:pPr>
            <a:r>
              <a:rPr lang="en-PH" sz="1200" dirty="0"/>
              <a:t>This part explains the reason for conducting the study by describing its relevance and significance at different levels:</a:t>
            </a:r>
          </a:p>
          <a:p>
            <a:pPr marL="171450" indent="-171450">
              <a:buClr>
                <a:schemeClr val="accent1"/>
              </a:buClr>
              <a:buSzPct val="100000"/>
            </a:pPr>
            <a:r>
              <a:rPr lang="en-PH" sz="1200" b="1" dirty="0">
                <a:solidFill>
                  <a:schemeClr val="accent1"/>
                </a:solidFill>
              </a:rPr>
              <a:t>Global View</a:t>
            </a:r>
            <a:r>
              <a:rPr lang="en-PH" sz="1200" dirty="0"/>
              <a:t>: Explains how the problem affects people worldwide and highlights global trends or challenges related to the topic.</a:t>
            </a:r>
          </a:p>
          <a:p>
            <a:pPr marL="171450" indent="-171450">
              <a:buClr>
                <a:schemeClr val="accent1"/>
              </a:buClr>
              <a:buSzPct val="100000"/>
            </a:pPr>
            <a:r>
              <a:rPr lang="en-PH" sz="1200" b="1" dirty="0">
                <a:solidFill>
                  <a:schemeClr val="accent1"/>
                </a:solidFill>
              </a:rPr>
              <a:t>National View</a:t>
            </a:r>
            <a:r>
              <a:rPr lang="en-PH" sz="1200" dirty="0"/>
              <a:t>: Shows how the issue impacts the country and refers to national statistics, policies, or programs.</a:t>
            </a:r>
          </a:p>
          <a:p>
            <a:pPr marL="171450" indent="-171450">
              <a:buClr>
                <a:schemeClr val="accent1"/>
              </a:buClr>
              <a:buSzPct val="100000"/>
            </a:pPr>
            <a:r>
              <a:rPr lang="en-PH" sz="1200" b="1" dirty="0">
                <a:solidFill>
                  <a:schemeClr val="accent1"/>
                </a:solidFill>
              </a:rPr>
              <a:t>Local View</a:t>
            </a:r>
            <a:r>
              <a:rPr lang="en-PH" sz="1200" dirty="0"/>
              <a:t>: Focuses on the specific city, location, community or organization where the study is conducted and explains why the project is needed there.</a:t>
            </a:r>
          </a:p>
          <a:p>
            <a:pPr marL="0" indent="0">
              <a:buClr>
                <a:schemeClr val="dk1"/>
              </a:buClr>
              <a:buSzPts val="1100"/>
              <a:buNone/>
            </a:pPr>
            <a:endParaRPr lang="en-PH" sz="1200" dirty="0"/>
          </a:p>
        </p:txBody>
      </p:sp>
      <p:sp>
        <p:nvSpPr>
          <p:cNvPr id="7" name="Google Shape;463;p48">
            <a:extLst>
              <a:ext uri="{FF2B5EF4-FFF2-40B4-BE49-F238E27FC236}">
                <a16:creationId xmlns:a16="http://schemas.microsoft.com/office/drawing/2014/main" id="{DD4DC224-4CD6-85FD-0F3F-E3E2A2869B33}"/>
              </a:ext>
            </a:extLst>
          </p:cNvPr>
          <p:cNvSpPr txBox="1">
            <a:spLocks/>
          </p:cNvSpPr>
          <p:nvPr/>
        </p:nvSpPr>
        <p:spPr>
          <a:xfrm>
            <a:off x="501468" y="2726348"/>
            <a:ext cx="7189117" cy="470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800"/>
              <a:buFont typeface="Montserrat"/>
              <a:buNone/>
              <a:defRPr sz="1800" b="1" i="0" u="none" strike="noStrike" cap="none">
                <a:solidFill>
                  <a:schemeClr val="accen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spcAft>
                <a:spcPts val="1600"/>
              </a:spcAft>
            </a:pPr>
            <a:r>
              <a:rPr lang="en-PH" dirty="0">
                <a:latin typeface="Montserrat ExtraBold" pitchFamily="2" charset="77"/>
              </a:rPr>
              <a:t>Rationale of the Study (Global, National, and Local View)</a:t>
            </a:r>
          </a:p>
        </p:txBody>
      </p:sp>
    </p:spTree>
    <p:extLst>
      <p:ext uri="{BB962C8B-B14F-4D97-AF65-F5344CB8AC3E}">
        <p14:creationId xmlns:p14="http://schemas.microsoft.com/office/powerpoint/2010/main" val="3748344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9">
          <a:extLst>
            <a:ext uri="{FF2B5EF4-FFF2-40B4-BE49-F238E27FC236}">
              <a16:creationId xmlns:a16="http://schemas.microsoft.com/office/drawing/2014/main" id="{BFA4326C-ACA6-8DA0-6034-788893BAD956}"/>
            </a:ext>
          </a:extLst>
        </p:cNvPr>
        <p:cNvGrpSpPr/>
        <p:nvPr/>
      </p:nvGrpSpPr>
      <p:grpSpPr>
        <a:xfrm>
          <a:off x="0" y="0"/>
          <a:ext cx="0" cy="0"/>
          <a:chOff x="0" y="0"/>
          <a:chExt cx="0" cy="0"/>
        </a:xfrm>
      </p:grpSpPr>
      <p:sp>
        <p:nvSpPr>
          <p:cNvPr id="460" name="Google Shape;460;p48">
            <a:extLst>
              <a:ext uri="{FF2B5EF4-FFF2-40B4-BE49-F238E27FC236}">
                <a16:creationId xmlns:a16="http://schemas.microsoft.com/office/drawing/2014/main" id="{4C06E8D9-D8C6-3CEF-4EFA-4F4FD046E670}"/>
              </a:ext>
            </a:extLst>
          </p:cNvPr>
          <p:cNvSpPr txBox="1">
            <a:spLocks noGrp="1"/>
          </p:cNvSpPr>
          <p:nvPr>
            <p:ph type="title"/>
          </p:nvPr>
        </p:nvSpPr>
        <p:spPr>
          <a:xfrm>
            <a:off x="501468" y="743096"/>
            <a:ext cx="7592373" cy="572700"/>
          </a:xfrm>
          <a:prstGeom prst="rect">
            <a:avLst/>
          </a:prstGeom>
        </p:spPr>
        <p:txBody>
          <a:bodyPr spcFirstLastPara="1" wrap="square" lIns="91425" tIns="91425" rIns="91425" bIns="91425" anchor="t" anchorCtr="0">
            <a:noAutofit/>
          </a:bodyPr>
          <a:lstStyle/>
          <a:p>
            <a:pPr>
              <a:spcAft>
                <a:spcPts val="1200"/>
              </a:spcAft>
              <a:buSzPts val="1100"/>
            </a:pPr>
            <a:r>
              <a:rPr lang="en-PH" dirty="0">
                <a:latin typeface="Montserrat SemiBold" pitchFamily="2" charset="77"/>
              </a:rPr>
              <a:t>Background of </a:t>
            </a:r>
            <a:r>
              <a:rPr lang="en-PH" dirty="0">
                <a:solidFill>
                  <a:schemeClr val="bg2"/>
                </a:solidFill>
                <a:latin typeface="Montserrat SemiBold" pitchFamily="2" charset="77"/>
              </a:rPr>
              <a:t>the Study</a:t>
            </a:r>
          </a:p>
        </p:txBody>
      </p:sp>
      <p:sp>
        <p:nvSpPr>
          <p:cNvPr id="461" name="Google Shape;461;p48">
            <a:extLst>
              <a:ext uri="{FF2B5EF4-FFF2-40B4-BE49-F238E27FC236}">
                <a16:creationId xmlns:a16="http://schemas.microsoft.com/office/drawing/2014/main" id="{26E1D257-C324-5F8D-DAEF-81F3EC981AC4}"/>
              </a:ext>
            </a:extLst>
          </p:cNvPr>
          <p:cNvSpPr txBox="1">
            <a:spLocks noGrp="1"/>
          </p:cNvSpPr>
          <p:nvPr>
            <p:ph type="body" idx="1"/>
          </p:nvPr>
        </p:nvSpPr>
        <p:spPr>
          <a:xfrm>
            <a:off x="501468" y="1811353"/>
            <a:ext cx="5668326" cy="1279200"/>
          </a:xfrm>
          <a:prstGeom prst="rect">
            <a:avLst/>
          </a:prstGeom>
        </p:spPr>
        <p:txBody>
          <a:bodyPr spcFirstLastPara="1" wrap="square" lIns="91425" tIns="91425" rIns="91425" bIns="91425" anchor="t" anchorCtr="0">
            <a:noAutofit/>
          </a:bodyPr>
          <a:lstStyle/>
          <a:p>
            <a:pPr marL="0" lvl="0" indent="0">
              <a:buClr>
                <a:schemeClr val="dk1"/>
              </a:buClr>
              <a:buSzPts val="1100"/>
              <a:buNone/>
            </a:pPr>
            <a:r>
              <a:rPr lang="en-PH" dirty="0"/>
              <a:t>This section describes where the study will be conducted and identifies the specific issues or challenges faced in that location. It includes:</a:t>
            </a:r>
          </a:p>
          <a:p>
            <a:pPr marL="171450" indent="-171450">
              <a:buClr>
                <a:schemeClr val="accent1"/>
              </a:buClr>
              <a:buSzPct val="100000"/>
            </a:pPr>
            <a:r>
              <a:rPr lang="en-PH" dirty="0"/>
              <a:t>Description of the organization or community involved, include (organization chart if company)</a:t>
            </a:r>
          </a:p>
          <a:p>
            <a:pPr marL="171450" indent="-171450">
              <a:buClr>
                <a:schemeClr val="accent1"/>
              </a:buClr>
              <a:buSzPct val="100000"/>
            </a:pPr>
            <a:r>
              <a:rPr lang="en-PH" dirty="0"/>
              <a:t>Background information about the locale</a:t>
            </a:r>
          </a:p>
          <a:p>
            <a:pPr marL="171450" indent="-171450">
              <a:buClr>
                <a:schemeClr val="accent1"/>
              </a:buClr>
              <a:buSzPct val="100000"/>
            </a:pPr>
            <a:r>
              <a:rPr lang="en-PH" dirty="0"/>
              <a:t>Specific problems or gaps that the study aims to solve</a:t>
            </a:r>
          </a:p>
          <a:p>
            <a:pPr marL="171450" indent="-171450">
              <a:buClr>
                <a:schemeClr val="accent1"/>
              </a:buClr>
              <a:buSzPct val="100000"/>
            </a:pPr>
            <a:r>
              <a:rPr lang="en-PH" dirty="0"/>
              <a:t>How the project will address those problems</a:t>
            </a:r>
            <a:endParaRPr dirty="0"/>
          </a:p>
        </p:txBody>
      </p:sp>
      <p:sp>
        <p:nvSpPr>
          <p:cNvPr id="463" name="Google Shape;463;p48">
            <a:extLst>
              <a:ext uri="{FF2B5EF4-FFF2-40B4-BE49-F238E27FC236}">
                <a16:creationId xmlns:a16="http://schemas.microsoft.com/office/drawing/2014/main" id="{B3A72026-42A2-A0E3-A07B-599DFDEA3E8F}"/>
              </a:ext>
            </a:extLst>
          </p:cNvPr>
          <p:cNvSpPr txBox="1">
            <a:spLocks noGrp="1"/>
          </p:cNvSpPr>
          <p:nvPr>
            <p:ph type="subTitle" idx="3"/>
          </p:nvPr>
        </p:nvSpPr>
        <p:spPr>
          <a:xfrm>
            <a:off x="501468" y="1384728"/>
            <a:ext cx="5369943" cy="470400"/>
          </a:xfrm>
          <a:prstGeom prst="rect">
            <a:avLst/>
          </a:prstGeom>
        </p:spPr>
        <p:txBody>
          <a:bodyPr spcFirstLastPara="1" wrap="square" lIns="91425" tIns="91425" rIns="91425" bIns="91425" anchor="t" anchorCtr="0">
            <a:noAutofit/>
          </a:bodyPr>
          <a:lstStyle/>
          <a:p>
            <a:pPr marL="0" indent="0">
              <a:spcAft>
                <a:spcPts val="1600"/>
              </a:spcAft>
            </a:pPr>
            <a:r>
              <a:rPr lang="en-PH" dirty="0">
                <a:latin typeface="Montserrat ExtraBold" pitchFamily="2" charset="77"/>
              </a:rPr>
              <a:t>Locale of the Study and Problems</a:t>
            </a:r>
            <a:endParaRPr dirty="0">
              <a:latin typeface="Montserrat ExtraBold" pitchFamily="2" charset="77"/>
            </a:endParaRPr>
          </a:p>
        </p:txBody>
      </p:sp>
      <p:sp>
        <p:nvSpPr>
          <p:cNvPr id="465" name="Google Shape;465;p48">
            <a:extLst>
              <a:ext uri="{FF2B5EF4-FFF2-40B4-BE49-F238E27FC236}">
                <a16:creationId xmlns:a16="http://schemas.microsoft.com/office/drawing/2014/main" id="{BB62BA58-EB93-506D-A302-8156C999B5B5}"/>
              </a:ext>
            </a:extLst>
          </p:cNvPr>
          <p:cNvSpPr/>
          <p:nvPr/>
        </p:nvSpPr>
        <p:spPr>
          <a:xfrm>
            <a:off x="7520700" y="20511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799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9">
          <a:extLst>
            <a:ext uri="{FF2B5EF4-FFF2-40B4-BE49-F238E27FC236}">
              <a16:creationId xmlns:a16="http://schemas.microsoft.com/office/drawing/2014/main" id="{49354F0C-B310-C587-18CD-E18A92B9B63A}"/>
            </a:ext>
          </a:extLst>
        </p:cNvPr>
        <p:cNvGrpSpPr/>
        <p:nvPr/>
      </p:nvGrpSpPr>
      <p:grpSpPr>
        <a:xfrm>
          <a:off x="0" y="0"/>
          <a:ext cx="0" cy="0"/>
          <a:chOff x="0" y="0"/>
          <a:chExt cx="0" cy="0"/>
        </a:xfrm>
      </p:grpSpPr>
      <p:sp>
        <p:nvSpPr>
          <p:cNvPr id="460" name="Google Shape;460;p48">
            <a:extLst>
              <a:ext uri="{FF2B5EF4-FFF2-40B4-BE49-F238E27FC236}">
                <a16:creationId xmlns:a16="http://schemas.microsoft.com/office/drawing/2014/main" id="{D34709A3-6F32-F0F2-7FB0-1004A1FD5A9F}"/>
              </a:ext>
            </a:extLst>
          </p:cNvPr>
          <p:cNvSpPr txBox="1">
            <a:spLocks noGrp="1"/>
          </p:cNvSpPr>
          <p:nvPr>
            <p:ph type="title"/>
          </p:nvPr>
        </p:nvSpPr>
        <p:spPr>
          <a:xfrm>
            <a:off x="501468" y="252209"/>
            <a:ext cx="7592373" cy="572700"/>
          </a:xfrm>
          <a:prstGeom prst="rect">
            <a:avLst/>
          </a:prstGeom>
        </p:spPr>
        <p:txBody>
          <a:bodyPr spcFirstLastPara="1" wrap="square" lIns="91425" tIns="91425" rIns="91425" bIns="91425" anchor="t" anchorCtr="0">
            <a:noAutofit/>
          </a:bodyPr>
          <a:lstStyle/>
          <a:p>
            <a:pPr>
              <a:spcAft>
                <a:spcPts val="1200"/>
              </a:spcAft>
              <a:buSzPts val="1100"/>
            </a:pPr>
            <a:r>
              <a:rPr lang="en-PH" dirty="0">
                <a:latin typeface="Montserrat SemiBold" pitchFamily="2" charset="77"/>
              </a:rPr>
              <a:t>Background of </a:t>
            </a:r>
            <a:r>
              <a:rPr lang="en-PH" dirty="0">
                <a:solidFill>
                  <a:schemeClr val="bg2"/>
                </a:solidFill>
                <a:latin typeface="Montserrat SemiBold" pitchFamily="2" charset="77"/>
              </a:rPr>
              <a:t>the Study</a:t>
            </a:r>
          </a:p>
        </p:txBody>
      </p:sp>
      <p:sp>
        <p:nvSpPr>
          <p:cNvPr id="461" name="Google Shape;461;p48">
            <a:extLst>
              <a:ext uri="{FF2B5EF4-FFF2-40B4-BE49-F238E27FC236}">
                <a16:creationId xmlns:a16="http://schemas.microsoft.com/office/drawing/2014/main" id="{192E7723-6098-CB07-38C7-3C876CA1237D}"/>
              </a:ext>
            </a:extLst>
          </p:cNvPr>
          <p:cNvSpPr txBox="1">
            <a:spLocks noGrp="1"/>
          </p:cNvSpPr>
          <p:nvPr>
            <p:ph type="body" idx="1"/>
          </p:nvPr>
        </p:nvSpPr>
        <p:spPr>
          <a:xfrm>
            <a:off x="501468" y="1281966"/>
            <a:ext cx="3733648" cy="1279200"/>
          </a:xfrm>
          <a:prstGeom prst="rect">
            <a:avLst/>
          </a:prstGeom>
        </p:spPr>
        <p:txBody>
          <a:bodyPr spcFirstLastPara="1" wrap="square" lIns="91425" tIns="91425" rIns="91425" bIns="91425" anchor="t" anchorCtr="0">
            <a:noAutofit/>
          </a:bodyPr>
          <a:lstStyle/>
          <a:p>
            <a:pPr marL="0" lvl="0" indent="0" algn="just">
              <a:buClr>
                <a:schemeClr val="dk1"/>
              </a:buClr>
              <a:buSzPts val="1100"/>
              <a:buNone/>
            </a:pPr>
            <a:r>
              <a:rPr lang="en-PH" sz="1200" dirty="0"/>
              <a:t>This part aligns the project with the </a:t>
            </a:r>
            <a:r>
              <a:rPr lang="en-PH" sz="1200" b="1" dirty="0">
                <a:solidFill>
                  <a:schemeClr val="accent1"/>
                </a:solidFill>
                <a:latin typeface="Montserrat SemiBold" pitchFamily="2" charset="77"/>
              </a:rPr>
              <a:t>CHED-ACHIEVE framework</a:t>
            </a:r>
            <a:r>
              <a:rPr lang="en-PH" sz="1200" dirty="0"/>
              <a:t>.  It shows how the project contributes to the standards and goals of the Commission on Higher Education (CHED) for higher education quality and excellence.</a:t>
            </a:r>
          </a:p>
          <a:p>
            <a:pPr marL="0" lvl="0" indent="0" algn="just">
              <a:buClr>
                <a:schemeClr val="dk1"/>
              </a:buClr>
              <a:buSzPts val="1100"/>
              <a:buNone/>
            </a:pPr>
            <a:endParaRPr lang="en-PH" sz="1200" dirty="0"/>
          </a:p>
          <a:p>
            <a:pPr marL="0" lvl="0" indent="0" algn="just">
              <a:buClr>
                <a:schemeClr val="dk1"/>
              </a:buClr>
              <a:buSzPts val="1100"/>
              <a:buNone/>
            </a:pPr>
            <a:r>
              <a:rPr lang="en-PH" sz="1200" dirty="0"/>
              <a:t>You must connect your project to relevant CHED outcomes such as:</a:t>
            </a:r>
          </a:p>
          <a:p>
            <a:pPr marL="0" lvl="0" indent="0" algn="just">
              <a:buClr>
                <a:schemeClr val="dk1"/>
              </a:buClr>
              <a:buSzPts val="1100"/>
              <a:buNone/>
            </a:pPr>
            <a:endParaRPr lang="en-PH" sz="1200" dirty="0"/>
          </a:p>
          <a:p>
            <a:pPr marL="0" lvl="0" indent="0" algn="just">
              <a:buClr>
                <a:schemeClr val="dk1"/>
              </a:buClr>
              <a:buSzPts val="1100"/>
              <a:buNone/>
            </a:pPr>
            <a:r>
              <a:rPr lang="en-PH" sz="1200" dirty="0"/>
              <a:t>Explain how your project supports these goals and contributes to the educational mission.</a:t>
            </a:r>
            <a:endParaRPr sz="1200" dirty="0"/>
          </a:p>
        </p:txBody>
      </p:sp>
      <p:sp>
        <p:nvSpPr>
          <p:cNvPr id="463" name="Google Shape;463;p48">
            <a:extLst>
              <a:ext uri="{FF2B5EF4-FFF2-40B4-BE49-F238E27FC236}">
                <a16:creationId xmlns:a16="http://schemas.microsoft.com/office/drawing/2014/main" id="{59388C8A-869C-FC29-A774-88E5CB636584}"/>
              </a:ext>
            </a:extLst>
          </p:cNvPr>
          <p:cNvSpPr txBox="1">
            <a:spLocks noGrp="1"/>
          </p:cNvSpPr>
          <p:nvPr>
            <p:ph type="subTitle" idx="3"/>
          </p:nvPr>
        </p:nvSpPr>
        <p:spPr>
          <a:xfrm>
            <a:off x="501468" y="855341"/>
            <a:ext cx="5369943" cy="470400"/>
          </a:xfrm>
          <a:prstGeom prst="rect">
            <a:avLst/>
          </a:prstGeom>
        </p:spPr>
        <p:txBody>
          <a:bodyPr spcFirstLastPara="1" wrap="square" lIns="91425" tIns="91425" rIns="91425" bIns="91425" anchor="t" anchorCtr="0">
            <a:noAutofit/>
          </a:bodyPr>
          <a:lstStyle/>
          <a:p>
            <a:pPr marL="0" indent="0">
              <a:spcAft>
                <a:spcPts val="1600"/>
              </a:spcAft>
            </a:pPr>
            <a:r>
              <a:rPr lang="en-PH" dirty="0">
                <a:latin typeface="Montserrat ExtraBold" pitchFamily="2" charset="77"/>
              </a:rPr>
              <a:t>CHED-ACHIEVE Framework Alignment</a:t>
            </a:r>
            <a:endParaRPr dirty="0">
              <a:latin typeface="Montserrat ExtraBold" pitchFamily="2" charset="77"/>
            </a:endParaRPr>
          </a:p>
        </p:txBody>
      </p:sp>
      <p:pic>
        <p:nvPicPr>
          <p:cNvPr id="2" name="Picture 1">
            <a:extLst>
              <a:ext uri="{FF2B5EF4-FFF2-40B4-BE49-F238E27FC236}">
                <a16:creationId xmlns:a16="http://schemas.microsoft.com/office/drawing/2014/main" id="{D324A808-4F10-00C4-7D45-9C4DEB90909F}"/>
              </a:ext>
            </a:extLst>
          </p:cNvPr>
          <p:cNvPicPr>
            <a:picLocks noChangeAspect="1"/>
          </p:cNvPicPr>
          <p:nvPr/>
        </p:nvPicPr>
        <p:blipFill>
          <a:blip r:embed="rId3"/>
          <a:stretch>
            <a:fillRect/>
          </a:stretch>
        </p:blipFill>
        <p:spPr>
          <a:xfrm>
            <a:off x="4347538" y="1320466"/>
            <a:ext cx="4796462" cy="3833317"/>
          </a:xfrm>
          <a:prstGeom prst="rect">
            <a:avLst/>
          </a:prstGeom>
        </p:spPr>
      </p:pic>
      <p:pic>
        <p:nvPicPr>
          <p:cNvPr id="4" name="Picture 3">
            <a:extLst>
              <a:ext uri="{FF2B5EF4-FFF2-40B4-BE49-F238E27FC236}">
                <a16:creationId xmlns:a16="http://schemas.microsoft.com/office/drawing/2014/main" id="{2CE6023D-CCB0-97AF-093B-B80727B293E4}"/>
              </a:ext>
            </a:extLst>
          </p:cNvPr>
          <p:cNvPicPr>
            <a:picLocks noChangeAspect="1"/>
          </p:cNvPicPr>
          <p:nvPr/>
        </p:nvPicPr>
        <p:blipFill>
          <a:blip r:embed="rId4"/>
          <a:srcRect l="9462" t="9469" r="8264" b="10176"/>
          <a:stretch>
            <a:fillRect/>
          </a:stretch>
        </p:blipFill>
        <p:spPr>
          <a:xfrm>
            <a:off x="1670460" y="3616230"/>
            <a:ext cx="1395663" cy="1363107"/>
          </a:xfrm>
          <a:prstGeom prst="rect">
            <a:avLst/>
          </a:prstGeom>
        </p:spPr>
      </p:pic>
    </p:spTree>
    <p:extLst>
      <p:ext uri="{BB962C8B-B14F-4D97-AF65-F5344CB8AC3E}">
        <p14:creationId xmlns:p14="http://schemas.microsoft.com/office/powerpoint/2010/main" val="1819080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36216B0E-37BB-42C5-B93E-C284B210410A}"/>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88A373D1-2221-6013-294D-D8FA5E6BA7C0}"/>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81312CB3-3DB4-54EA-B276-42DA03A96F1A}"/>
              </a:ext>
            </a:extLst>
          </p:cNvPr>
          <p:cNvSpPr txBox="1">
            <a:spLocks noGrp="1"/>
          </p:cNvSpPr>
          <p:nvPr>
            <p:ph type="body" idx="1"/>
          </p:nvPr>
        </p:nvSpPr>
        <p:spPr>
          <a:xfrm>
            <a:off x="896642" y="1565775"/>
            <a:ext cx="5572600" cy="2011800"/>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Objectives of the Study</a:t>
            </a:r>
          </a:p>
          <a:p>
            <a:r>
              <a:rPr lang="en-PH" dirty="0"/>
              <a:t>The study's objectives state what the proponents expect to achieve in general terms and outline the exact details of the project. Each objective should answer all the business problems as cited in the introduction. </a:t>
            </a:r>
          </a:p>
          <a:p>
            <a:r>
              <a:rPr lang="en-PH" dirty="0"/>
              <a:t>An objective should start with an action verb and be constructed in </a:t>
            </a:r>
            <a:r>
              <a:rPr lang="en-PH" b="1" dirty="0">
                <a:solidFill>
                  <a:schemeClr val="accent1"/>
                </a:solidFill>
              </a:rPr>
              <a:t>SMART format (Specific, Measurable, Attainable/Achievable, Realistic/Relevant, and Time-Oriented)</a:t>
            </a:r>
            <a:r>
              <a:rPr lang="en-PH" dirty="0"/>
              <a:t>. Arrange the specific objectives in an </a:t>
            </a:r>
            <a:r>
              <a:rPr lang="en-PH" b="1" dirty="0">
                <a:solidFill>
                  <a:schemeClr val="accent1"/>
                </a:solidFill>
              </a:rPr>
              <a:t>IPO (Input Process-Output)</a:t>
            </a:r>
            <a:r>
              <a:rPr lang="en-PH" dirty="0"/>
              <a:t> manner.</a:t>
            </a:r>
          </a:p>
        </p:txBody>
      </p:sp>
      <p:sp>
        <p:nvSpPr>
          <p:cNvPr id="216" name="Google Shape;216;p33">
            <a:extLst>
              <a:ext uri="{FF2B5EF4-FFF2-40B4-BE49-F238E27FC236}">
                <a16:creationId xmlns:a16="http://schemas.microsoft.com/office/drawing/2014/main" id="{7A293372-AF64-F1A8-B350-A26FD89DE2DF}"/>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9C99E2C0-D830-FF27-5696-7CD89EC980CF}"/>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7808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034245CC-ECC8-5312-8D66-55FD6F678195}"/>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6432F644-C8D9-E1B4-A3D8-BD9F4C1897CA}"/>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0BA481FA-749D-7CCD-D914-FC0088BF9F8B}"/>
              </a:ext>
            </a:extLst>
          </p:cNvPr>
          <p:cNvSpPr txBox="1">
            <a:spLocks noGrp="1"/>
          </p:cNvSpPr>
          <p:nvPr>
            <p:ph type="body" idx="1"/>
          </p:nvPr>
        </p:nvSpPr>
        <p:spPr>
          <a:xfrm>
            <a:off x="896641" y="1565775"/>
            <a:ext cx="5832484" cy="2767650"/>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Objectives of the Study</a:t>
            </a:r>
          </a:p>
          <a:p>
            <a:r>
              <a:rPr lang="en-PH" dirty="0"/>
              <a:t>Sample (Please be creative and construct your objective):</a:t>
            </a:r>
          </a:p>
          <a:p>
            <a:endParaRPr lang="en-PH" dirty="0"/>
          </a:p>
          <a:p>
            <a:pPr marL="152400" indent="0">
              <a:buNone/>
            </a:pPr>
            <a:r>
              <a:rPr lang="en-PH" i="1" dirty="0">
                <a:solidFill>
                  <a:schemeClr val="accent5"/>
                </a:solidFill>
              </a:rPr>
              <a:t>This study aims to develop an Android application capable of detecting rice diseases using the rice plant’s leaves. Specifically, it refers to:</a:t>
            </a:r>
          </a:p>
          <a:p>
            <a:pPr marL="152400" indent="0">
              <a:buNone/>
            </a:pPr>
            <a:endParaRPr lang="en-PH" i="1" dirty="0">
              <a:solidFill>
                <a:schemeClr val="accent5"/>
              </a:solidFill>
            </a:endParaRPr>
          </a:p>
          <a:p>
            <a:pPr marL="609600" lvl="1" indent="0">
              <a:buNone/>
            </a:pPr>
            <a:r>
              <a:rPr lang="en-PH" sz="1400" i="1" dirty="0">
                <a:solidFill>
                  <a:schemeClr val="accent5"/>
                </a:solidFill>
              </a:rPr>
              <a:t>1. Identify the following rice leaf diseases using DenseNet121 Convolutional Neural Network architecture:</a:t>
            </a:r>
          </a:p>
          <a:p>
            <a:pPr marL="1066800" lvl="2" indent="0">
              <a:buNone/>
            </a:pPr>
            <a:r>
              <a:rPr lang="en-PH" sz="1400" i="1" dirty="0">
                <a:solidFill>
                  <a:schemeClr val="accent5"/>
                </a:solidFill>
              </a:rPr>
              <a:t>1.1 Rice Leaf Blast</a:t>
            </a:r>
          </a:p>
          <a:p>
            <a:pPr marL="152400" indent="0">
              <a:buNone/>
            </a:pPr>
            <a:endParaRPr lang="en-PH" dirty="0"/>
          </a:p>
        </p:txBody>
      </p:sp>
      <p:sp>
        <p:nvSpPr>
          <p:cNvPr id="216" name="Google Shape;216;p33">
            <a:extLst>
              <a:ext uri="{FF2B5EF4-FFF2-40B4-BE49-F238E27FC236}">
                <a16:creationId xmlns:a16="http://schemas.microsoft.com/office/drawing/2014/main" id="{2F4D74E1-4DF0-48E2-EC9E-431F2CD14F7B}"/>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223EAB2A-69EE-7E50-B737-8BA9BEEC744E}"/>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3462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CB950E0B-0636-F93C-6517-1D7971AE145D}"/>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A2AFA9A4-8ADC-1A51-746C-DE54281306B9}"/>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787E1C6E-349D-3000-AD89-58EA392793A1}"/>
              </a:ext>
            </a:extLst>
          </p:cNvPr>
          <p:cNvSpPr txBox="1">
            <a:spLocks noGrp="1"/>
          </p:cNvSpPr>
          <p:nvPr>
            <p:ph type="body" idx="1"/>
          </p:nvPr>
        </p:nvSpPr>
        <p:spPr>
          <a:xfrm>
            <a:off x="896642" y="1565775"/>
            <a:ext cx="5572600" cy="2011800"/>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Scope and Limitation</a:t>
            </a:r>
          </a:p>
          <a:p>
            <a:r>
              <a:rPr lang="en-PH" dirty="0"/>
              <a:t>The scope of the study discusses the study's inclusions and coverage, which include, but are not limited to, </a:t>
            </a:r>
          </a:p>
          <a:p>
            <a:pPr marL="609600" lvl="1" indent="0">
              <a:buNone/>
            </a:pPr>
            <a:r>
              <a:rPr lang="en-PH" sz="1400" dirty="0">
                <a:solidFill>
                  <a:schemeClr val="tx1"/>
                </a:solidFill>
              </a:rPr>
              <a:t>(1) the possible location of deployment, </a:t>
            </a:r>
          </a:p>
          <a:p>
            <a:pPr marL="609600" lvl="1" indent="0">
              <a:buNone/>
            </a:pPr>
            <a:endParaRPr lang="en-PH" sz="1400" dirty="0">
              <a:solidFill>
                <a:schemeClr val="tx1"/>
              </a:solidFill>
            </a:endParaRPr>
          </a:p>
          <a:p>
            <a:pPr marL="609600" lvl="1" indent="0">
              <a:buNone/>
            </a:pPr>
            <a:r>
              <a:rPr lang="en-PH" sz="1400" dirty="0">
                <a:solidFill>
                  <a:schemeClr val="tx1"/>
                </a:solidFill>
              </a:rPr>
              <a:t>(2) potential users of the system, and </a:t>
            </a:r>
          </a:p>
          <a:p>
            <a:pPr marL="609600" lvl="1" indent="0">
              <a:buNone/>
            </a:pPr>
            <a:endParaRPr lang="en-PH" sz="1400" dirty="0">
              <a:solidFill>
                <a:schemeClr val="tx1"/>
              </a:solidFill>
            </a:endParaRPr>
          </a:p>
          <a:p>
            <a:pPr marL="609600" lvl="1" indent="0">
              <a:buNone/>
            </a:pPr>
            <a:r>
              <a:rPr lang="en-PH" sz="1400" dirty="0">
                <a:solidFill>
                  <a:schemeClr val="tx1"/>
                </a:solidFill>
              </a:rPr>
              <a:t>(3) an overview of the processes involved. </a:t>
            </a:r>
          </a:p>
          <a:p>
            <a:pPr marL="609600" lvl="1" indent="0">
              <a:buNone/>
            </a:pPr>
            <a:endParaRPr lang="en-PH" sz="1400" dirty="0">
              <a:solidFill>
                <a:schemeClr val="tx1"/>
              </a:solidFill>
            </a:endParaRPr>
          </a:p>
          <a:p>
            <a:r>
              <a:rPr lang="en-PH" dirty="0"/>
              <a:t>The discussion of the scope should be limited to one paragraph.</a:t>
            </a:r>
          </a:p>
        </p:txBody>
      </p:sp>
      <p:sp>
        <p:nvSpPr>
          <p:cNvPr id="216" name="Google Shape;216;p33">
            <a:extLst>
              <a:ext uri="{FF2B5EF4-FFF2-40B4-BE49-F238E27FC236}">
                <a16:creationId xmlns:a16="http://schemas.microsoft.com/office/drawing/2014/main" id="{6733315B-CB11-DE50-E979-2EC3465080A4}"/>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48E15432-F88E-E74F-E039-CCEEBE022C43}"/>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9463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3B180785-BEC1-8792-6462-31C18B007A2F}"/>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1B3834CA-9569-988A-DB59-74709DFFDCC8}"/>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A107F2F0-5885-C2D6-A888-4A980BC98675}"/>
              </a:ext>
            </a:extLst>
          </p:cNvPr>
          <p:cNvSpPr txBox="1">
            <a:spLocks noGrp="1"/>
          </p:cNvSpPr>
          <p:nvPr>
            <p:ph type="body" idx="1"/>
          </p:nvPr>
        </p:nvSpPr>
        <p:spPr>
          <a:xfrm>
            <a:off x="896642" y="1565775"/>
            <a:ext cx="5572600" cy="3304608"/>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Scope and Limitation</a:t>
            </a:r>
          </a:p>
          <a:p>
            <a:r>
              <a:rPr lang="en-PH" sz="1300" dirty="0"/>
              <a:t>The limitations are exclusions from the study that were beyond the developers' control, which include but are not limited to </a:t>
            </a:r>
          </a:p>
          <a:p>
            <a:pPr marL="609600" lvl="1" indent="0">
              <a:buNone/>
            </a:pPr>
            <a:r>
              <a:rPr lang="en-PH" sz="1400" dirty="0">
                <a:solidFill>
                  <a:schemeClr val="tx1"/>
                </a:solidFill>
              </a:rPr>
              <a:t>(1) processes involving or related to the system that is excluded in the development, </a:t>
            </a:r>
          </a:p>
          <a:p>
            <a:pPr marL="609600" lvl="1" indent="0">
              <a:buNone/>
            </a:pPr>
            <a:endParaRPr lang="en-PH" sz="1400" dirty="0">
              <a:solidFill>
                <a:schemeClr val="tx1"/>
              </a:solidFill>
            </a:endParaRPr>
          </a:p>
          <a:p>
            <a:pPr marL="609600" lvl="1" indent="0">
              <a:buNone/>
            </a:pPr>
            <a:r>
              <a:rPr lang="en-PH" sz="1400" dirty="0">
                <a:solidFill>
                  <a:schemeClr val="tx1"/>
                </a:solidFill>
              </a:rPr>
              <a:t>(2) technology limitation (i.e., data mining or machine learning features limitation, GIS functionality limitation, game design constraints), </a:t>
            </a:r>
          </a:p>
          <a:p>
            <a:pPr marL="609600" lvl="1" indent="0">
              <a:buNone/>
            </a:pPr>
            <a:endParaRPr lang="en-PH" sz="1400" dirty="0">
              <a:solidFill>
                <a:schemeClr val="tx1"/>
              </a:solidFill>
            </a:endParaRPr>
          </a:p>
          <a:p>
            <a:pPr marL="609600" lvl="1" indent="0">
              <a:buNone/>
            </a:pPr>
            <a:r>
              <a:rPr lang="en-PH" sz="1400" dirty="0">
                <a:solidFill>
                  <a:schemeClr val="tx1"/>
                </a:solidFill>
              </a:rPr>
              <a:t>(3) platform to be used (web-based, windows-based, online or offline), </a:t>
            </a:r>
          </a:p>
        </p:txBody>
      </p:sp>
      <p:sp>
        <p:nvSpPr>
          <p:cNvPr id="216" name="Google Shape;216;p33">
            <a:extLst>
              <a:ext uri="{FF2B5EF4-FFF2-40B4-BE49-F238E27FC236}">
                <a16:creationId xmlns:a16="http://schemas.microsoft.com/office/drawing/2014/main" id="{46C360AD-98CB-3D4E-2596-996533796281}"/>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6F49BF6D-E46D-2F0E-E188-C73B6646A4EB}"/>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6697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06F4B37B-3E75-7E3D-20A1-E6B26963ED44}"/>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A673A172-7A85-F05E-892B-796AD6C04860}"/>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90A703CB-847E-7A02-DA6C-5653EE156F59}"/>
              </a:ext>
            </a:extLst>
          </p:cNvPr>
          <p:cNvSpPr txBox="1">
            <a:spLocks noGrp="1"/>
          </p:cNvSpPr>
          <p:nvPr>
            <p:ph type="body" idx="1"/>
          </p:nvPr>
        </p:nvSpPr>
        <p:spPr>
          <a:xfrm>
            <a:off x="896642" y="1565775"/>
            <a:ext cx="5572600" cy="3304608"/>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Scope and Limitation</a:t>
            </a:r>
          </a:p>
          <a:p>
            <a:pPr marL="609600" lvl="1" indent="0">
              <a:buNone/>
            </a:pPr>
            <a:r>
              <a:rPr lang="en-PH" sz="1400" dirty="0">
                <a:solidFill>
                  <a:schemeClr val="tx1"/>
                </a:solidFill>
              </a:rPr>
              <a:t>(4) type of data to be used in the study, and </a:t>
            </a:r>
          </a:p>
          <a:p>
            <a:pPr marL="609600" lvl="1" indent="0">
              <a:buNone/>
            </a:pPr>
            <a:endParaRPr lang="en-PH" sz="1400" dirty="0">
              <a:solidFill>
                <a:schemeClr val="tx1"/>
              </a:solidFill>
            </a:endParaRPr>
          </a:p>
          <a:p>
            <a:pPr marL="609600" lvl="1" indent="0">
              <a:buNone/>
            </a:pPr>
            <a:r>
              <a:rPr lang="en-PH" sz="1400" dirty="0">
                <a:solidFill>
                  <a:schemeClr val="tx1"/>
                </a:solidFill>
              </a:rPr>
              <a:t>(5) non-functional requirements. Non-functional requirements are descriptions of the system's operation capabilities and limits that improve its functionality. These can include things like speed, security, and dependability.</a:t>
            </a:r>
          </a:p>
        </p:txBody>
      </p:sp>
      <p:sp>
        <p:nvSpPr>
          <p:cNvPr id="216" name="Google Shape;216;p33">
            <a:extLst>
              <a:ext uri="{FF2B5EF4-FFF2-40B4-BE49-F238E27FC236}">
                <a16:creationId xmlns:a16="http://schemas.microsoft.com/office/drawing/2014/main" id="{5CE3A3CA-652B-B9AF-20E6-76B5DDA6B3B8}"/>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22D0522B-72BB-9140-E66B-17A07F05D316}"/>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7842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E22C1B29-9B3B-C8CC-91E4-132AE9A1FB0A}"/>
            </a:ext>
          </a:extLst>
        </p:cNvPr>
        <p:cNvGrpSpPr/>
        <p:nvPr/>
      </p:nvGrpSpPr>
      <p:grpSpPr>
        <a:xfrm>
          <a:off x="0" y="0"/>
          <a:ext cx="0" cy="0"/>
          <a:chOff x="0" y="0"/>
          <a:chExt cx="0" cy="0"/>
        </a:xfrm>
      </p:grpSpPr>
      <p:sp>
        <p:nvSpPr>
          <p:cNvPr id="214" name="Google Shape;214;p33">
            <a:extLst>
              <a:ext uri="{FF2B5EF4-FFF2-40B4-BE49-F238E27FC236}">
                <a16:creationId xmlns:a16="http://schemas.microsoft.com/office/drawing/2014/main" id="{D5432434-0DA6-5C73-0B76-80215A8FF5E1}"/>
              </a:ext>
            </a:extLst>
          </p:cNvPr>
          <p:cNvSpPr txBox="1">
            <a:spLocks noGrp="1"/>
          </p:cNvSpPr>
          <p:nvPr>
            <p:ph type="title"/>
          </p:nvPr>
        </p:nvSpPr>
        <p:spPr>
          <a:xfrm>
            <a:off x="896641" y="810075"/>
            <a:ext cx="5234651" cy="755700"/>
          </a:xfrm>
          <a:prstGeom prst="rect">
            <a:avLst/>
          </a:prstGeom>
        </p:spPr>
        <p:txBody>
          <a:bodyPr spcFirstLastPara="1" wrap="square" lIns="91425" tIns="91425" rIns="91425" bIns="91425" anchor="b" anchorCtr="0">
            <a:noAutofit/>
          </a:bodyPr>
          <a:lstStyle/>
          <a:p>
            <a:pPr lvl="0"/>
            <a:r>
              <a:rPr lang="en" dirty="0">
                <a:latin typeface="Montserrat SemiBold" pitchFamily="2" charset="77"/>
              </a:rPr>
              <a:t>Title: </a:t>
            </a:r>
            <a:r>
              <a:rPr lang="en-PH" dirty="0">
                <a:solidFill>
                  <a:schemeClr val="bg2"/>
                </a:solidFill>
                <a:latin typeface="Montserrat SemiBold" pitchFamily="2" charset="77"/>
              </a:rPr>
              <a:t>Document Contents </a:t>
            </a:r>
            <a:endParaRPr dirty="0">
              <a:solidFill>
                <a:schemeClr val="bg2"/>
              </a:solidFill>
              <a:latin typeface="Montserrat SemiBold" pitchFamily="2" charset="77"/>
            </a:endParaRPr>
          </a:p>
        </p:txBody>
      </p:sp>
      <p:sp>
        <p:nvSpPr>
          <p:cNvPr id="215" name="Google Shape;215;p33">
            <a:extLst>
              <a:ext uri="{FF2B5EF4-FFF2-40B4-BE49-F238E27FC236}">
                <a16:creationId xmlns:a16="http://schemas.microsoft.com/office/drawing/2014/main" id="{F2724C5A-7DFF-8060-9057-35962024D64C}"/>
              </a:ext>
            </a:extLst>
          </p:cNvPr>
          <p:cNvSpPr txBox="1">
            <a:spLocks noGrp="1"/>
          </p:cNvSpPr>
          <p:nvPr>
            <p:ph type="body" idx="1"/>
          </p:nvPr>
        </p:nvSpPr>
        <p:spPr>
          <a:xfrm>
            <a:off x="896642" y="1565775"/>
            <a:ext cx="5572600" cy="3304608"/>
          </a:xfrm>
          <a:prstGeom prst="rect">
            <a:avLst/>
          </a:prstGeom>
        </p:spPr>
        <p:txBody>
          <a:bodyPr spcFirstLastPara="1" wrap="square" lIns="91425" tIns="91425" rIns="91425" bIns="91425" anchor="t" anchorCtr="0">
            <a:noAutofit/>
          </a:bodyPr>
          <a:lstStyle/>
          <a:p>
            <a:pPr marL="0" indent="0">
              <a:spcAft>
                <a:spcPts val="1200"/>
              </a:spcAft>
              <a:buClr>
                <a:schemeClr val="dk1"/>
              </a:buClr>
              <a:buSzPts val="1100"/>
              <a:buNone/>
            </a:pPr>
            <a:r>
              <a:rPr lang="en-PH" sz="1800" b="1" dirty="0">
                <a:solidFill>
                  <a:schemeClr val="accent1"/>
                </a:solidFill>
                <a:latin typeface="Montserrat ExtraBold" pitchFamily="2" charset="77"/>
              </a:rPr>
              <a:t>Reference</a:t>
            </a:r>
          </a:p>
          <a:p>
            <a:r>
              <a:rPr lang="en-PH" sz="1200" dirty="0"/>
              <a:t>In this capstone project, the </a:t>
            </a:r>
            <a:r>
              <a:rPr lang="en-PH" sz="1200" b="1" dirty="0">
                <a:solidFill>
                  <a:schemeClr val="accent1"/>
                </a:solidFill>
                <a:latin typeface="Montserrat SemiBold" pitchFamily="2" charset="77"/>
              </a:rPr>
              <a:t>IEEE formatting </a:t>
            </a:r>
            <a:r>
              <a:rPr lang="en-PH" sz="1200" b="1" dirty="0"/>
              <a:t>style will be used</a:t>
            </a:r>
            <a:r>
              <a:rPr lang="en-PH" sz="1200" dirty="0"/>
              <a:t> for writing and documenting the research and system development. IEEE is a widely accepted standard in engineering and technology fields, making the capstone paper more professional and aligned with academic requirements. </a:t>
            </a:r>
          </a:p>
          <a:p>
            <a:r>
              <a:rPr lang="en-PH" sz="1200" dirty="0"/>
              <a:t>Sample:</a:t>
            </a:r>
          </a:p>
          <a:p>
            <a:pPr marL="152400" indent="0">
              <a:buNone/>
            </a:pPr>
            <a:endParaRPr lang="en-PH" sz="1200" dirty="0"/>
          </a:p>
          <a:p>
            <a:pPr marL="152400" indent="0">
              <a:buNone/>
            </a:pPr>
            <a:r>
              <a:rPr lang="en-PH" dirty="0"/>
              <a:t>[1] 	P. K. Nair and V. Nair, Scientific Writing and Communication in Agriculture and Natural Resources, Springer International Publishing, 2014.</a:t>
            </a:r>
          </a:p>
          <a:p>
            <a:pPr marL="152400" indent="0">
              <a:buNone/>
            </a:pPr>
            <a:endParaRPr lang="en-PH" dirty="0"/>
          </a:p>
          <a:p>
            <a:endParaRPr lang="en-PH" sz="1200" dirty="0"/>
          </a:p>
          <a:p>
            <a:endParaRPr lang="en-PH" sz="1400" dirty="0">
              <a:solidFill>
                <a:schemeClr val="tx1"/>
              </a:solidFill>
            </a:endParaRPr>
          </a:p>
        </p:txBody>
      </p:sp>
      <p:sp>
        <p:nvSpPr>
          <p:cNvPr id="216" name="Google Shape;216;p33">
            <a:extLst>
              <a:ext uri="{FF2B5EF4-FFF2-40B4-BE49-F238E27FC236}">
                <a16:creationId xmlns:a16="http://schemas.microsoft.com/office/drawing/2014/main" id="{878FE724-FA32-17E8-CAB4-5ECBD2D744AE}"/>
              </a:ext>
            </a:extLst>
          </p:cNvPr>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a:extLst>
              <a:ext uri="{FF2B5EF4-FFF2-40B4-BE49-F238E27FC236}">
                <a16:creationId xmlns:a16="http://schemas.microsoft.com/office/drawing/2014/main" id="{E7840FC0-3DB0-249F-D92A-F200F9A3641C}"/>
              </a:ext>
            </a:extLst>
          </p:cNvPr>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C43F5383-6A4E-C7DF-A3F6-A97AD8037308}"/>
              </a:ext>
            </a:extLst>
          </p:cNvPr>
          <p:cNvPicPr>
            <a:picLocks noChangeAspect="1"/>
          </p:cNvPicPr>
          <p:nvPr/>
        </p:nvPicPr>
        <p:blipFill>
          <a:blip r:embed="rId3"/>
          <a:srcRect l="9462" t="9469" r="8264" b="10176"/>
          <a:stretch>
            <a:fillRect/>
          </a:stretch>
        </p:blipFill>
        <p:spPr>
          <a:xfrm>
            <a:off x="6131292" y="3096466"/>
            <a:ext cx="1612709" cy="1575090"/>
          </a:xfrm>
          <a:prstGeom prst="rect">
            <a:avLst/>
          </a:prstGeom>
        </p:spPr>
      </p:pic>
    </p:spTree>
    <p:extLst>
      <p:ext uri="{BB962C8B-B14F-4D97-AF65-F5344CB8AC3E}">
        <p14:creationId xmlns:p14="http://schemas.microsoft.com/office/powerpoint/2010/main" val="841048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250C2F2A-E880-FD25-16F6-81600E5E2BA3}"/>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59172756-E95C-9BD2-4EE0-BCBADF3B8185}"/>
              </a:ext>
            </a:extLst>
          </p:cNvPr>
          <p:cNvSpPr txBox="1">
            <a:spLocks noGrp="1"/>
          </p:cNvSpPr>
          <p:nvPr>
            <p:ph type="title"/>
          </p:nvPr>
        </p:nvSpPr>
        <p:spPr>
          <a:xfrm>
            <a:off x="2544300" y="658403"/>
            <a:ext cx="4055400" cy="723000"/>
          </a:xfrm>
          <a:prstGeom prst="rect">
            <a:avLst/>
          </a:prstGeom>
        </p:spPr>
        <p:txBody>
          <a:bodyPr spcFirstLastPara="1" wrap="square" lIns="91425" tIns="91425" rIns="91425" bIns="91425" anchor="t" anchorCtr="0">
            <a:noAutofit/>
          </a:bodyPr>
          <a:lstStyle/>
          <a:p>
            <a:pPr algn="l"/>
            <a:r>
              <a:rPr lang="en-PH" sz="3200" dirty="0">
                <a:latin typeface="Montserrat SemiBold" pitchFamily="2" charset="77"/>
              </a:rPr>
              <a:t>Styling </a:t>
            </a:r>
            <a:r>
              <a:rPr lang="en-PH" sz="3200" dirty="0">
                <a:solidFill>
                  <a:schemeClr val="bg2"/>
                </a:solidFill>
                <a:latin typeface="Montserrat SemiBold" pitchFamily="2" charset="77"/>
              </a:rPr>
              <a:t>Format</a:t>
            </a:r>
            <a:r>
              <a:rPr lang="en-PH" sz="3200" dirty="0">
                <a:latin typeface="Montserrat SemiBold" pitchFamily="2" charset="77"/>
              </a:rPr>
              <a:t> </a:t>
            </a:r>
            <a:endParaRPr lang="en-PH" sz="3200" dirty="0">
              <a:solidFill>
                <a:schemeClr val="bg2"/>
              </a:solidFill>
              <a:latin typeface="Montserrat SemiBold" pitchFamily="2" charset="77"/>
            </a:endParaRPr>
          </a:p>
        </p:txBody>
      </p:sp>
      <p:sp>
        <p:nvSpPr>
          <p:cNvPr id="230" name="Google Shape;230;p35">
            <a:extLst>
              <a:ext uri="{FF2B5EF4-FFF2-40B4-BE49-F238E27FC236}">
                <a16:creationId xmlns:a16="http://schemas.microsoft.com/office/drawing/2014/main" id="{1C65698A-A871-FD3B-C583-D27A4F07FD63}"/>
              </a:ext>
            </a:extLst>
          </p:cNvPr>
          <p:cNvSpPr txBox="1">
            <a:spLocks noGrp="1"/>
          </p:cNvSpPr>
          <p:nvPr>
            <p:ph type="subTitle" idx="1"/>
          </p:nvPr>
        </p:nvSpPr>
        <p:spPr>
          <a:xfrm>
            <a:off x="2553699" y="1305202"/>
            <a:ext cx="6080161" cy="3401551"/>
          </a:xfrm>
          <a:prstGeom prst="rect">
            <a:avLst/>
          </a:prstGeom>
        </p:spPr>
        <p:txBody>
          <a:bodyPr spcFirstLastPara="1" wrap="square" lIns="91425" tIns="91425" rIns="91425" bIns="91425" anchor="t" anchorCtr="0">
            <a:noAutofit/>
          </a:bodyPr>
          <a:lstStyle/>
          <a:p>
            <a:pPr marL="381000" indent="-285750" algn="just">
              <a:buClr>
                <a:schemeClr val="accent1"/>
              </a:buClr>
              <a:buSzPct val="100000"/>
              <a:buFont typeface="Arial" panose="020B0604020202020204" pitchFamily="34" charset="0"/>
              <a:buChar char="•"/>
            </a:pPr>
            <a:r>
              <a:rPr lang="en-PH" sz="1800" dirty="0"/>
              <a:t>HEADING (Main Header; Centered; Bold; ALL CAPS) </a:t>
            </a:r>
          </a:p>
          <a:p>
            <a:pPr marL="381000" indent="-285750" algn="just">
              <a:buClr>
                <a:schemeClr val="accent1"/>
              </a:buClr>
              <a:buSzPct val="100000"/>
              <a:buFont typeface="Arial" panose="020B0604020202020204" pitchFamily="34" charset="0"/>
              <a:buChar char="•"/>
            </a:pPr>
            <a:r>
              <a:rPr lang="en-PH" sz="1800" dirty="0"/>
              <a:t>Subheading (Left Align, Bold) </a:t>
            </a:r>
          </a:p>
          <a:p>
            <a:pPr marL="381000" indent="-285750" algn="just">
              <a:buClr>
                <a:schemeClr val="accent1"/>
              </a:buClr>
              <a:buSzPct val="100000"/>
              <a:buFont typeface="Arial" panose="020B0604020202020204" pitchFamily="34" charset="0"/>
              <a:buChar char="•"/>
            </a:pPr>
            <a:r>
              <a:rPr lang="en-PH" sz="1800" dirty="0"/>
              <a:t>Font: Arial, 12, double spacing</a:t>
            </a:r>
          </a:p>
          <a:p>
            <a:pPr marL="381000" indent="-285750" algn="just">
              <a:buClr>
                <a:schemeClr val="accent1"/>
              </a:buClr>
              <a:buSzPct val="100000"/>
              <a:buFont typeface="Arial" panose="020B0604020202020204" pitchFamily="34" charset="0"/>
              <a:buChar char="•"/>
            </a:pPr>
            <a:r>
              <a:rPr lang="en-PH" sz="1800" dirty="0"/>
              <a:t>All contents of the section should be in paragraph form (justified with special indentation 0.5 at the first line) </a:t>
            </a:r>
          </a:p>
          <a:p>
            <a:pPr marL="381000" indent="-285750" algn="just">
              <a:buClr>
                <a:schemeClr val="accent1"/>
              </a:buClr>
              <a:buSzPct val="100000"/>
              <a:buFont typeface="Arial" panose="020B0604020202020204" pitchFamily="34" charset="0"/>
              <a:buChar char="•"/>
            </a:pPr>
            <a:r>
              <a:rPr lang="en-PH" sz="1800" dirty="0"/>
              <a:t>Margins: (Left: 1.5 Inches, top: 1 Inch, right: 1 Inch, and bottom: 1 Inch) </a:t>
            </a:r>
          </a:p>
          <a:p>
            <a:pPr marL="381000" indent="-285750" algn="just">
              <a:buClr>
                <a:schemeClr val="accent1"/>
              </a:buClr>
              <a:buSzPct val="100000"/>
              <a:buFont typeface="Arial" panose="020B0604020202020204" pitchFamily="34" charset="0"/>
              <a:buChar char="•"/>
            </a:pPr>
            <a:r>
              <a:rPr lang="en-PH" sz="1800" dirty="0"/>
              <a:t>Follow IEEE format in citing references . </a:t>
            </a:r>
          </a:p>
        </p:txBody>
      </p:sp>
    </p:spTree>
    <p:extLst>
      <p:ext uri="{BB962C8B-B14F-4D97-AF65-F5344CB8AC3E}">
        <p14:creationId xmlns:p14="http://schemas.microsoft.com/office/powerpoint/2010/main" val="1569808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59A1AB93-E647-C97F-DD67-16C2C7F9F20D}"/>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3C8CA2D4-593B-0C24-40DE-3600C22D997C}"/>
              </a:ext>
            </a:extLst>
          </p:cNvPr>
          <p:cNvSpPr txBox="1">
            <a:spLocks noGrp="1"/>
          </p:cNvSpPr>
          <p:nvPr>
            <p:ph type="title"/>
          </p:nvPr>
        </p:nvSpPr>
        <p:spPr>
          <a:xfrm>
            <a:off x="2553699" y="350395"/>
            <a:ext cx="5694925" cy="723000"/>
          </a:xfrm>
          <a:prstGeom prst="rect">
            <a:avLst/>
          </a:prstGeom>
        </p:spPr>
        <p:txBody>
          <a:bodyPr spcFirstLastPara="1" wrap="square" lIns="91425" tIns="91425" rIns="91425" bIns="91425" anchor="t" anchorCtr="0">
            <a:noAutofit/>
          </a:bodyPr>
          <a:lstStyle/>
          <a:p>
            <a:pPr algn="l"/>
            <a:r>
              <a:rPr lang="en-PH" sz="3200" dirty="0">
                <a:latin typeface="Montserrat SemiBold" pitchFamily="2" charset="77"/>
              </a:rPr>
              <a:t>Title </a:t>
            </a:r>
            <a:r>
              <a:rPr lang="en-PH" sz="3200" dirty="0">
                <a:solidFill>
                  <a:schemeClr val="bg2"/>
                </a:solidFill>
                <a:latin typeface="Montserrat SemiBold" pitchFamily="2" charset="77"/>
              </a:rPr>
              <a:t>Checklist</a:t>
            </a:r>
          </a:p>
        </p:txBody>
      </p:sp>
      <p:sp>
        <p:nvSpPr>
          <p:cNvPr id="230" name="Google Shape;230;p35">
            <a:extLst>
              <a:ext uri="{FF2B5EF4-FFF2-40B4-BE49-F238E27FC236}">
                <a16:creationId xmlns:a16="http://schemas.microsoft.com/office/drawing/2014/main" id="{7C7F0A05-4697-F45C-5E09-B7E4BD4ACE2F}"/>
              </a:ext>
            </a:extLst>
          </p:cNvPr>
          <p:cNvSpPr txBox="1">
            <a:spLocks noGrp="1"/>
          </p:cNvSpPr>
          <p:nvPr>
            <p:ph type="subTitle" idx="1"/>
          </p:nvPr>
        </p:nvSpPr>
        <p:spPr>
          <a:xfrm>
            <a:off x="2553699" y="943276"/>
            <a:ext cx="6388170" cy="3763477"/>
          </a:xfrm>
          <a:prstGeom prst="rect">
            <a:avLst/>
          </a:prstGeom>
        </p:spPr>
        <p:txBody>
          <a:bodyPr spcFirstLastPara="1" wrap="square" lIns="91425" tIns="91425" rIns="91425" bIns="91425" anchor="t" anchorCtr="0">
            <a:noAutofit/>
          </a:bodyPr>
          <a:lstStyle/>
          <a:p>
            <a:pPr marL="438150" algn="just">
              <a:buClr>
                <a:schemeClr val="accent1"/>
              </a:buClr>
              <a:buSzPct val="100000"/>
              <a:buFont typeface="+mj-lt"/>
              <a:buAutoNum type="arabicPeriod"/>
            </a:pPr>
            <a:r>
              <a:rPr lang="en-PH" sz="1700" b="1" dirty="0">
                <a:solidFill>
                  <a:schemeClr val="accent1"/>
                </a:solidFill>
              </a:rPr>
              <a:t>Select Community or Organization</a:t>
            </a:r>
          </a:p>
          <a:p>
            <a:pPr marL="895350" lvl="1" algn="just">
              <a:buClr>
                <a:schemeClr val="accent1"/>
              </a:buClr>
              <a:buSzPct val="100000"/>
              <a:buFont typeface="Wingdings" pitchFamily="2" charset="2"/>
              <a:buChar char="q"/>
            </a:pPr>
            <a:r>
              <a:rPr lang="en-PH" sz="1700" dirty="0">
                <a:solidFill>
                  <a:schemeClr val="tx1"/>
                </a:solidFill>
              </a:rPr>
              <a:t>Choose a community, agency, or organization to study</a:t>
            </a:r>
          </a:p>
          <a:p>
            <a:pPr marL="895350" lvl="1">
              <a:buClr>
                <a:schemeClr val="accent1"/>
              </a:buClr>
              <a:buSzPct val="100000"/>
              <a:buFont typeface="Wingdings" pitchFamily="2" charset="2"/>
              <a:buChar char="q"/>
            </a:pPr>
            <a:r>
              <a:rPr lang="en-PH" sz="1700" dirty="0">
                <a:solidFill>
                  <a:schemeClr val="tx1"/>
                </a:solidFill>
              </a:rPr>
              <a:t>Submit accomplished</a:t>
            </a:r>
            <a:r>
              <a:rPr lang="en-PH" sz="1700" b="1" dirty="0">
                <a:solidFill>
                  <a:schemeClr val="accent1"/>
                </a:solidFill>
                <a:latin typeface="Montserrat ExtraBold" pitchFamily="2" charset="77"/>
              </a:rPr>
              <a:t> Environmental Scanning</a:t>
            </a:r>
            <a:r>
              <a:rPr lang="en-PH" sz="1700" dirty="0">
                <a:solidFill>
                  <a:schemeClr val="tx1"/>
                </a:solidFill>
              </a:rPr>
              <a:t> </a:t>
            </a:r>
          </a:p>
          <a:p>
            <a:pPr marL="895350" lvl="1" algn="just">
              <a:buClr>
                <a:schemeClr val="accent1"/>
              </a:buClr>
              <a:buSzPct val="100000"/>
              <a:buFont typeface="Wingdings" pitchFamily="2" charset="2"/>
              <a:buChar char="q"/>
            </a:pPr>
            <a:r>
              <a:rPr lang="en-PH" sz="1700" dirty="0">
                <a:solidFill>
                  <a:schemeClr val="tx1"/>
                </a:solidFill>
              </a:rPr>
              <a:t>Identify their needs or problems that require a system solution</a:t>
            </a:r>
          </a:p>
          <a:p>
            <a:pPr marL="438150" algn="just">
              <a:buClr>
                <a:schemeClr val="accent1"/>
              </a:buClr>
              <a:buSzPct val="100000"/>
              <a:buFont typeface="+mj-lt"/>
              <a:buAutoNum type="arabicPeriod"/>
            </a:pPr>
            <a:endParaRPr lang="en-PH" sz="1700" dirty="0">
              <a:solidFill>
                <a:schemeClr val="tx1"/>
              </a:solidFill>
            </a:endParaRPr>
          </a:p>
          <a:p>
            <a:pPr marL="438150" algn="just">
              <a:buClr>
                <a:schemeClr val="accent1"/>
              </a:buClr>
              <a:buSzPct val="100000"/>
              <a:buFont typeface="+mj-lt"/>
              <a:buAutoNum type="arabicPeriod"/>
            </a:pPr>
            <a:r>
              <a:rPr lang="en-PH" sz="1700" b="1" dirty="0">
                <a:solidFill>
                  <a:schemeClr val="accent1"/>
                </a:solidFill>
              </a:rPr>
              <a:t>Identify Problem or Need</a:t>
            </a:r>
          </a:p>
          <a:p>
            <a:pPr marL="895350" lvl="1" algn="just">
              <a:buClr>
                <a:schemeClr val="accent1"/>
              </a:buClr>
              <a:buSzPct val="100000"/>
              <a:buFont typeface="Wingdings" pitchFamily="2" charset="2"/>
              <a:buChar char="q"/>
            </a:pPr>
            <a:r>
              <a:rPr lang="en-PH" sz="1700" dirty="0">
                <a:solidFill>
                  <a:schemeClr val="tx1"/>
                </a:solidFill>
              </a:rPr>
              <a:t> Analyze current processes and identify gaps</a:t>
            </a:r>
          </a:p>
          <a:p>
            <a:pPr marL="895350" lvl="1" algn="just">
              <a:buClr>
                <a:schemeClr val="accent1"/>
              </a:buClr>
              <a:buSzPct val="100000"/>
              <a:buFont typeface="Wingdings" pitchFamily="2" charset="2"/>
              <a:buChar char="q"/>
            </a:pPr>
            <a:r>
              <a:rPr lang="en-PH" sz="1700" dirty="0">
                <a:solidFill>
                  <a:schemeClr val="tx1"/>
                </a:solidFill>
              </a:rPr>
              <a:t> Determine how IT can solve the problem</a:t>
            </a:r>
          </a:p>
          <a:p>
            <a:pPr marL="438150" algn="just">
              <a:buClr>
                <a:schemeClr val="accent1"/>
              </a:buClr>
              <a:buSzPct val="100000"/>
              <a:buFont typeface="+mj-lt"/>
              <a:buAutoNum type="arabicPeriod"/>
            </a:pPr>
            <a:endParaRPr lang="en-PH" sz="1700" dirty="0">
              <a:solidFill>
                <a:schemeClr val="tx1"/>
              </a:solidFill>
            </a:endParaRPr>
          </a:p>
          <a:p>
            <a:pPr marL="438150" algn="just">
              <a:buClr>
                <a:schemeClr val="accent1"/>
              </a:buClr>
              <a:buSzPct val="100000"/>
              <a:buFont typeface="+mj-lt"/>
              <a:buAutoNum type="arabicPeriod"/>
            </a:pPr>
            <a:r>
              <a:rPr lang="en-PH" sz="1700" b="1" dirty="0">
                <a:solidFill>
                  <a:schemeClr val="accent1"/>
                </a:solidFill>
              </a:rPr>
              <a:t>Choose Project Theme</a:t>
            </a:r>
          </a:p>
          <a:p>
            <a:pPr marL="895350" lvl="1" algn="just">
              <a:buClr>
                <a:schemeClr val="accent1"/>
              </a:buClr>
              <a:buSzPct val="100000"/>
              <a:buFont typeface="Wingdings" pitchFamily="2" charset="2"/>
              <a:buChar char="q"/>
            </a:pPr>
            <a:r>
              <a:rPr lang="en-PH" sz="1700" dirty="0">
                <a:solidFill>
                  <a:schemeClr val="tx1"/>
                </a:solidFill>
              </a:rPr>
              <a:t> Select an appropriate theme (AI, IoT, GIS, etc.)</a:t>
            </a:r>
          </a:p>
          <a:p>
            <a:pPr marL="895350" lvl="1" algn="just">
              <a:buClr>
                <a:schemeClr val="accent1"/>
              </a:buClr>
              <a:buSzPct val="100000"/>
              <a:buFont typeface="Wingdings" pitchFamily="2" charset="2"/>
              <a:buChar char="q"/>
            </a:pPr>
            <a:r>
              <a:rPr lang="en-PH" sz="1700" dirty="0">
                <a:solidFill>
                  <a:schemeClr val="tx1"/>
                </a:solidFill>
              </a:rPr>
              <a:t> Ensure it is innovative and feasible</a:t>
            </a:r>
          </a:p>
        </p:txBody>
      </p:sp>
    </p:spTree>
    <p:extLst>
      <p:ext uri="{BB962C8B-B14F-4D97-AF65-F5344CB8AC3E}">
        <p14:creationId xmlns:p14="http://schemas.microsoft.com/office/powerpoint/2010/main" val="836511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13F0E5C1-5F19-9A01-5438-AA6B60394461}"/>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204E3351-81C3-BABB-1066-C4E5610463EA}"/>
              </a:ext>
            </a:extLst>
          </p:cNvPr>
          <p:cNvSpPr txBox="1">
            <a:spLocks noGrp="1"/>
          </p:cNvSpPr>
          <p:nvPr>
            <p:ph type="title"/>
          </p:nvPr>
        </p:nvSpPr>
        <p:spPr>
          <a:xfrm>
            <a:off x="2553699" y="350395"/>
            <a:ext cx="5694925" cy="723000"/>
          </a:xfrm>
          <a:prstGeom prst="rect">
            <a:avLst/>
          </a:prstGeom>
        </p:spPr>
        <p:txBody>
          <a:bodyPr spcFirstLastPara="1" wrap="square" lIns="91425" tIns="91425" rIns="91425" bIns="91425" anchor="t" anchorCtr="0">
            <a:noAutofit/>
          </a:bodyPr>
          <a:lstStyle/>
          <a:p>
            <a:pPr algn="l"/>
            <a:r>
              <a:rPr lang="en-PH" sz="3200" dirty="0">
                <a:latin typeface="Montserrat SemiBold" pitchFamily="2" charset="77"/>
              </a:rPr>
              <a:t>Title </a:t>
            </a:r>
            <a:r>
              <a:rPr lang="en-PH" sz="3200" dirty="0">
                <a:solidFill>
                  <a:schemeClr val="bg2"/>
                </a:solidFill>
                <a:latin typeface="Montserrat SemiBold" pitchFamily="2" charset="77"/>
              </a:rPr>
              <a:t>Checklist</a:t>
            </a:r>
          </a:p>
        </p:txBody>
      </p:sp>
      <p:sp>
        <p:nvSpPr>
          <p:cNvPr id="230" name="Google Shape;230;p35">
            <a:extLst>
              <a:ext uri="{FF2B5EF4-FFF2-40B4-BE49-F238E27FC236}">
                <a16:creationId xmlns:a16="http://schemas.microsoft.com/office/drawing/2014/main" id="{E11CE18A-AA5E-376E-ED77-E3141C396B24}"/>
              </a:ext>
            </a:extLst>
          </p:cNvPr>
          <p:cNvSpPr txBox="1">
            <a:spLocks noGrp="1"/>
          </p:cNvSpPr>
          <p:nvPr>
            <p:ph type="subTitle" idx="1"/>
          </p:nvPr>
        </p:nvSpPr>
        <p:spPr>
          <a:xfrm>
            <a:off x="2553699" y="943276"/>
            <a:ext cx="6368920" cy="3763477"/>
          </a:xfrm>
          <a:prstGeom prst="rect">
            <a:avLst/>
          </a:prstGeom>
        </p:spPr>
        <p:txBody>
          <a:bodyPr spcFirstLastPara="1" wrap="square" lIns="91425" tIns="91425" rIns="91425" bIns="91425" anchor="t" anchorCtr="0">
            <a:noAutofit/>
          </a:bodyPr>
          <a:lstStyle/>
          <a:p>
            <a:pPr marL="438150" algn="just">
              <a:buClr>
                <a:schemeClr val="accent1"/>
              </a:buClr>
              <a:buSzPct val="100000"/>
              <a:buFont typeface="+mj-lt"/>
              <a:buAutoNum type="arabicPeriod" startAt="4"/>
            </a:pPr>
            <a:r>
              <a:rPr lang="en-PH" sz="1700" b="1" dirty="0">
                <a:solidFill>
                  <a:schemeClr val="accent1"/>
                </a:solidFill>
              </a:rPr>
              <a:t>Conduct Preliminary Research</a:t>
            </a:r>
          </a:p>
          <a:p>
            <a:pPr marL="895350" lvl="1">
              <a:buClr>
                <a:schemeClr val="accent1"/>
              </a:buClr>
              <a:buSzPct val="100000"/>
              <a:buFont typeface="Wingdings" pitchFamily="2" charset="2"/>
              <a:buChar char="q"/>
            </a:pPr>
            <a:r>
              <a:rPr lang="en-PH" sz="1700" dirty="0">
                <a:solidFill>
                  <a:schemeClr val="tx1"/>
                </a:solidFill>
              </a:rPr>
              <a:t>Review related studies and existing systems</a:t>
            </a:r>
          </a:p>
          <a:p>
            <a:pPr marL="895350" lvl="1">
              <a:buClr>
                <a:schemeClr val="accent1"/>
              </a:buClr>
              <a:buSzPct val="100000"/>
              <a:buFont typeface="Wingdings" pitchFamily="2" charset="2"/>
              <a:buChar char="q"/>
            </a:pPr>
            <a:r>
              <a:rPr lang="en-PH" sz="1700" dirty="0">
                <a:solidFill>
                  <a:schemeClr val="tx1"/>
                </a:solidFill>
              </a:rPr>
              <a:t>Identify gaps and opportunities for improvement</a:t>
            </a:r>
          </a:p>
          <a:p>
            <a:pPr marL="895350" lvl="1">
              <a:buClr>
                <a:schemeClr val="accent1"/>
              </a:buClr>
              <a:buSzPct val="100000"/>
              <a:buFont typeface="Wingdings" pitchFamily="2" charset="2"/>
              <a:buChar char="q"/>
            </a:pPr>
            <a:endParaRPr lang="en-PH" sz="1700" dirty="0">
              <a:solidFill>
                <a:schemeClr val="tx1"/>
              </a:solidFill>
            </a:endParaRPr>
          </a:p>
          <a:p>
            <a:pPr marL="438150" algn="l">
              <a:buClr>
                <a:schemeClr val="accent1"/>
              </a:buClr>
              <a:buSzPct val="100000"/>
              <a:buFont typeface="+mj-lt"/>
              <a:buAutoNum type="arabicPeriod" startAt="4"/>
            </a:pPr>
            <a:r>
              <a:rPr lang="en-PH" sz="1700" b="1" dirty="0">
                <a:solidFill>
                  <a:schemeClr val="accent1"/>
                </a:solidFill>
              </a:rPr>
              <a:t>Finalize Possible Title</a:t>
            </a:r>
          </a:p>
          <a:p>
            <a:pPr marL="895350" lvl="1">
              <a:buClr>
                <a:schemeClr val="accent1"/>
              </a:buClr>
              <a:buSzPct val="100000"/>
              <a:buFont typeface="Wingdings" pitchFamily="2" charset="2"/>
              <a:buChar char="q"/>
            </a:pPr>
            <a:r>
              <a:rPr lang="en-PH" sz="1700" dirty="0">
                <a:solidFill>
                  <a:schemeClr val="tx1"/>
                </a:solidFill>
              </a:rPr>
              <a:t>Write multiple title options</a:t>
            </a:r>
          </a:p>
          <a:p>
            <a:pPr marL="895350" lvl="1">
              <a:buClr>
                <a:schemeClr val="accent1"/>
              </a:buClr>
              <a:buSzPct val="100000"/>
              <a:buFont typeface="Wingdings" pitchFamily="2" charset="2"/>
              <a:buChar char="q"/>
            </a:pPr>
            <a:r>
              <a:rPr lang="en-PH" sz="1700" dirty="0">
                <a:solidFill>
                  <a:schemeClr val="tx1"/>
                </a:solidFill>
              </a:rPr>
              <a:t>Ensure titles are clear, specific, and aligned with the project</a:t>
            </a:r>
          </a:p>
          <a:p>
            <a:pPr marL="895350" lvl="1">
              <a:buClr>
                <a:schemeClr val="accent1"/>
              </a:buClr>
              <a:buSzPct val="100000"/>
              <a:buFont typeface="Wingdings" pitchFamily="2" charset="2"/>
              <a:buChar char="q"/>
            </a:pPr>
            <a:r>
              <a:rPr lang="en-PH" sz="1700" dirty="0">
                <a:solidFill>
                  <a:schemeClr val="tx1"/>
                </a:solidFill>
              </a:rPr>
              <a:t>Refine the final title</a:t>
            </a:r>
          </a:p>
          <a:p>
            <a:pPr marL="577850" lvl="1" indent="0">
              <a:buClr>
                <a:schemeClr val="accent1"/>
              </a:buClr>
              <a:buSzPct val="100000"/>
            </a:pPr>
            <a:endParaRPr lang="en-PH" sz="1700" dirty="0">
              <a:solidFill>
                <a:schemeClr val="tx1"/>
              </a:solidFill>
            </a:endParaRPr>
          </a:p>
          <a:p>
            <a:pPr marL="438150" algn="l">
              <a:buClr>
                <a:schemeClr val="accent1"/>
              </a:buClr>
              <a:buSzPct val="100000"/>
              <a:buFont typeface="+mj-lt"/>
              <a:buAutoNum type="arabicPeriod" startAt="4"/>
            </a:pPr>
            <a:r>
              <a:rPr lang="en-PH" sz="1700" b="1" dirty="0">
                <a:solidFill>
                  <a:schemeClr val="accent1"/>
                </a:solidFill>
              </a:rPr>
              <a:t>Complete the Title Document</a:t>
            </a:r>
          </a:p>
          <a:p>
            <a:pPr marL="895350" lvl="1">
              <a:buClr>
                <a:schemeClr val="accent1"/>
              </a:buClr>
              <a:buSzPct val="100000"/>
              <a:buFont typeface="Wingdings" pitchFamily="2" charset="2"/>
              <a:buChar char="q"/>
            </a:pPr>
            <a:r>
              <a:rPr lang="en-PH" sz="1700" dirty="0">
                <a:solidFill>
                  <a:schemeClr val="tx1"/>
                </a:solidFill>
              </a:rPr>
              <a:t>Fill out the required title proposal document</a:t>
            </a:r>
          </a:p>
          <a:p>
            <a:pPr marL="895350" lvl="1">
              <a:buClr>
                <a:schemeClr val="accent1"/>
              </a:buClr>
              <a:buSzPct val="100000"/>
              <a:buFont typeface="Wingdings" pitchFamily="2" charset="2"/>
              <a:buChar char="q"/>
            </a:pPr>
            <a:r>
              <a:rPr lang="en-PH" sz="1700" dirty="0">
                <a:solidFill>
                  <a:schemeClr val="tx1"/>
                </a:solidFill>
              </a:rPr>
              <a:t>Review and verify all details before submission</a:t>
            </a:r>
          </a:p>
        </p:txBody>
      </p:sp>
    </p:spTree>
    <p:extLst>
      <p:ext uri="{BB962C8B-B14F-4D97-AF65-F5344CB8AC3E}">
        <p14:creationId xmlns:p14="http://schemas.microsoft.com/office/powerpoint/2010/main" val="1891173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55BCD14D-2AA9-3AD8-B97C-D7E5D3EEC129}"/>
            </a:ext>
          </a:extLst>
        </p:cNvPr>
        <p:cNvGrpSpPr/>
        <p:nvPr/>
      </p:nvGrpSpPr>
      <p:grpSpPr>
        <a:xfrm>
          <a:off x="0" y="0"/>
          <a:ext cx="0" cy="0"/>
          <a:chOff x="0" y="0"/>
          <a:chExt cx="0" cy="0"/>
        </a:xfrm>
      </p:grpSpPr>
      <p:sp>
        <p:nvSpPr>
          <p:cNvPr id="229" name="Google Shape;229;p35">
            <a:extLst>
              <a:ext uri="{FF2B5EF4-FFF2-40B4-BE49-F238E27FC236}">
                <a16:creationId xmlns:a16="http://schemas.microsoft.com/office/drawing/2014/main" id="{CFBEE8B1-31D0-CA70-F991-308FAD290B04}"/>
              </a:ext>
            </a:extLst>
          </p:cNvPr>
          <p:cNvSpPr txBox="1">
            <a:spLocks noGrp="1"/>
          </p:cNvSpPr>
          <p:nvPr>
            <p:ph type="title"/>
          </p:nvPr>
        </p:nvSpPr>
        <p:spPr>
          <a:xfrm>
            <a:off x="2553699" y="350395"/>
            <a:ext cx="5694925" cy="723000"/>
          </a:xfrm>
          <a:prstGeom prst="rect">
            <a:avLst/>
          </a:prstGeom>
        </p:spPr>
        <p:txBody>
          <a:bodyPr spcFirstLastPara="1" wrap="square" lIns="91425" tIns="91425" rIns="91425" bIns="91425" anchor="t" anchorCtr="0">
            <a:noAutofit/>
          </a:bodyPr>
          <a:lstStyle/>
          <a:p>
            <a:pPr algn="l"/>
            <a:r>
              <a:rPr lang="en-PH" sz="3200" dirty="0">
                <a:latin typeface="Montserrat SemiBold" pitchFamily="2" charset="77"/>
              </a:rPr>
              <a:t>Title </a:t>
            </a:r>
            <a:r>
              <a:rPr lang="en-PH" sz="3200" dirty="0">
                <a:solidFill>
                  <a:schemeClr val="bg2"/>
                </a:solidFill>
                <a:latin typeface="Montserrat SemiBold" pitchFamily="2" charset="77"/>
              </a:rPr>
              <a:t>Checklist</a:t>
            </a:r>
          </a:p>
        </p:txBody>
      </p:sp>
      <p:sp>
        <p:nvSpPr>
          <p:cNvPr id="230" name="Google Shape;230;p35">
            <a:extLst>
              <a:ext uri="{FF2B5EF4-FFF2-40B4-BE49-F238E27FC236}">
                <a16:creationId xmlns:a16="http://schemas.microsoft.com/office/drawing/2014/main" id="{229228ED-83BD-E1AC-62DF-330F36E56690}"/>
              </a:ext>
            </a:extLst>
          </p:cNvPr>
          <p:cNvSpPr txBox="1">
            <a:spLocks noGrp="1"/>
          </p:cNvSpPr>
          <p:nvPr>
            <p:ph type="subTitle" idx="1"/>
          </p:nvPr>
        </p:nvSpPr>
        <p:spPr>
          <a:xfrm>
            <a:off x="2553699" y="943276"/>
            <a:ext cx="6368920" cy="3763477"/>
          </a:xfrm>
          <a:prstGeom prst="rect">
            <a:avLst/>
          </a:prstGeom>
        </p:spPr>
        <p:txBody>
          <a:bodyPr spcFirstLastPara="1" wrap="square" lIns="91425" tIns="91425" rIns="91425" bIns="91425" anchor="t" anchorCtr="0">
            <a:noAutofit/>
          </a:bodyPr>
          <a:lstStyle/>
          <a:p>
            <a:pPr marL="438150" algn="just">
              <a:buClr>
                <a:schemeClr val="accent1"/>
              </a:buClr>
              <a:buSzPct val="100000"/>
              <a:buFont typeface="+mj-lt"/>
              <a:buAutoNum type="arabicPeriod" startAt="8"/>
            </a:pPr>
            <a:r>
              <a:rPr lang="en-PH" sz="1700" b="1" dirty="0">
                <a:solidFill>
                  <a:schemeClr val="accent1"/>
                </a:solidFill>
              </a:rPr>
              <a:t>Adviser Endorsement</a:t>
            </a:r>
          </a:p>
          <a:p>
            <a:pPr marL="895350" lvl="1">
              <a:buClr>
                <a:schemeClr val="accent1"/>
              </a:buClr>
              <a:buSzPct val="100000"/>
              <a:buFont typeface="Wingdings" pitchFamily="2" charset="2"/>
              <a:buChar char="q"/>
            </a:pPr>
            <a:r>
              <a:rPr lang="en-PH" sz="1700" dirty="0">
                <a:solidFill>
                  <a:schemeClr val="tx1"/>
                </a:solidFill>
              </a:rPr>
              <a:t>Present the final title to the adviser</a:t>
            </a:r>
          </a:p>
          <a:p>
            <a:pPr marL="895350" lvl="1">
              <a:buClr>
                <a:schemeClr val="accent1"/>
              </a:buClr>
              <a:buSzPct val="100000"/>
              <a:buFont typeface="Wingdings" pitchFamily="2" charset="2"/>
              <a:buChar char="q"/>
            </a:pPr>
            <a:r>
              <a:rPr lang="en-PH" sz="1700" dirty="0">
                <a:solidFill>
                  <a:schemeClr val="tx1"/>
                </a:solidFill>
              </a:rPr>
              <a:t>Obtain endorsement or the </a:t>
            </a:r>
            <a:r>
              <a:rPr lang="en-PH" sz="1700" b="1" dirty="0">
                <a:solidFill>
                  <a:schemeClr val="accent1"/>
                </a:solidFill>
                <a:latin typeface="Montserrat SemiBold" pitchFamily="2" charset="77"/>
              </a:rPr>
              <a:t>Recommendation for Title Defense</a:t>
            </a:r>
          </a:p>
          <a:p>
            <a:pPr marL="577850" lvl="1" indent="0">
              <a:buClr>
                <a:schemeClr val="accent1"/>
              </a:buClr>
              <a:buSzPct val="100000"/>
            </a:pPr>
            <a:endParaRPr lang="en-PH" sz="1700" dirty="0">
              <a:solidFill>
                <a:schemeClr val="tx1"/>
              </a:solidFill>
            </a:endParaRPr>
          </a:p>
          <a:p>
            <a:pPr marL="438150" algn="l">
              <a:buClr>
                <a:schemeClr val="accent1"/>
              </a:buClr>
              <a:buSzPct val="100000"/>
              <a:buFont typeface="+mj-lt"/>
              <a:buAutoNum type="arabicPeriod" startAt="8"/>
            </a:pPr>
            <a:r>
              <a:rPr lang="en-PH" sz="1700" b="1" dirty="0">
                <a:solidFill>
                  <a:schemeClr val="accent1"/>
                </a:solidFill>
              </a:rPr>
              <a:t>Payment and Schedule</a:t>
            </a:r>
          </a:p>
          <a:p>
            <a:pPr marL="895350" lvl="1">
              <a:buClr>
                <a:schemeClr val="accent1"/>
              </a:buClr>
              <a:buSzPct val="100000"/>
              <a:buFont typeface="Wingdings" pitchFamily="2" charset="2"/>
              <a:buChar char="q"/>
            </a:pPr>
            <a:r>
              <a:rPr lang="en-PH" sz="1700" dirty="0">
                <a:solidFill>
                  <a:schemeClr val="tx1"/>
                </a:solidFill>
              </a:rPr>
              <a:t>Pay the required fees</a:t>
            </a:r>
          </a:p>
          <a:p>
            <a:pPr marL="895350" lvl="1">
              <a:buClr>
                <a:schemeClr val="accent1"/>
              </a:buClr>
              <a:buSzPct val="100000"/>
              <a:buFont typeface="Wingdings" pitchFamily="2" charset="2"/>
              <a:buChar char="q"/>
            </a:pPr>
            <a:r>
              <a:rPr lang="en-PH" sz="1700" dirty="0">
                <a:solidFill>
                  <a:schemeClr val="tx1"/>
                </a:solidFill>
              </a:rPr>
              <a:t>Attain the title defense schedule</a:t>
            </a:r>
          </a:p>
          <a:p>
            <a:pPr marL="895350" lvl="1">
              <a:buClr>
                <a:schemeClr val="accent1"/>
              </a:buClr>
              <a:buSzPct val="100000"/>
              <a:buFont typeface="Wingdings" pitchFamily="2" charset="2"/>
              <a:buChar char="q"/>
            </a:pPr>
            <a:endParaRPr lang="en-PH" sz="1700" dirty="0">
              <a:solidFill>
                <a:schemeClr val="tx1"/>
              </a:solidFill>
            </a:endParaRPr>
          </a:p>
          <a:p>
            <a:pPr marL="438150" algn="l">
              <a:buClr>
                <a:schemeClr val="accent1"/>
              </a:buClr>
              <a:buSzPct val="100000"/>
              <a:buFont typeface="+mj-lt"/>
              <a:buAutoNum type="arabicPeriod" startAt="8"/>
            </a:pPr>
            <a:r>
              <a:rPr lang="en-PH" sz="1700" b="1" dirty="0">
                <a:solidFill>
                  <a:schemeClr val="accent1"/>
                </a:solidFill>
              </a:rPr>
              <a:t>Title Defense</a:t>
            </a:r>
          </a:p>
          <a:p>
            <a:pPr marL="838200" lvl="1" indent="-285750">
              <a:buClr>
                <a:schemeClr val="accent1"/>
              </a:buClr>
              <a:buSzPct val="100000"/>
              <a:buFont typeface="Wingdings" pitchFamily="2" charset="2"/>
              <a:buChar char="q"/>
            </a:pPr>
            <a:r>
              <a:rPr lang="en-PH" sz="1700" dirty="0">
                <a:solidFill>
                  <a:schemeClr val="tx1"/>
                </a:solidFill>
              </a:rPr>
              <a:t>Prepare title defense presentation</a:t>
            </a:r>
          </a:p>
          <a:p>
            <a:pPr marL="895350" lvl="1">
              <a:buClr>
                <a:schemeClr val="accent1"/>
              </a:buClr>
              <a:buSzPct val="100000"/>
              <a:buFont typeface="Wingdings" pitchFamily="2" charset="2"/>
              <a:buChar char="q"/>
            </a:pPr>
            <a:r>
              <a:rPr lang="en-PH" sz="1700" dirty="0">
                <a:solidFill>
                  <a:schemeClr val="tx1"/>
                </a:solidFill>
              </a:rPr>
              <a:t>Present the title to the panel</a:t>
            </a:r>
          </a:p>
          <a:p>
            <a:pPr marL="895350" lvl="1" algn="just">
              <a:buClr>
                <a:schemeClr val="accent1"/>
              </a:buClr>
              <a:buSzPct val="100000"/>
              <a:buFont typeface="Wingdings" pitchFamily="2" charset="2"/>
              <a:buChar char="q"/>
            </a:pPr>
            <a:r>
              <a:rPr lang="en-PH" sz="1700" dirty="0">
                <a:solidFill>
                  <a:schemeClr val="tx1"/>
                </a:solidFill>
              </a:rPr>
              <a:t>Receive approval and feedback</a:t>
            </a:r>
          </a:p>
          <a:p>
            <a:pPr marL="895350" lvl="1" algn="just">
              <a:buClr>
                <a:schemeClr val="accent1"/>
              </a:buClr>
              <a:buSzPct val="100000"/>
              <a:buFont typeface="Wingdings" pitchFamily="2" charset="2"/>
              <a:buChar char="q"/>
            </a:pPr>
            <a:r>
              <a:rPr lang="en-PH" sz="1700" dirty="0">
                <a:solidFill>
                  <a:schemeClr val="tx1"/>
                </a:solidFill>
              </a:rPr>
              <a:t>Collect the Feedback and list it on </a:t>
            </a:r>
            <a:r>
              <a:rPr lang="en-PH" sz="1700" b="1" dirty="0">
                <a:solidFill>
                  <a:schemeClr val="accent1"/>
                </a:solidFill>
                <a:latin typeface="Montserrat SemiBold" pitchFamily="2" charset="77"/>
              </a:rPr>
              <a:t>Minutes of the Meeting</a:t>
            </a:r>
          </a:p>
        </p:txBody>
      </p:sp>
    </p:spTree>
    <p:extLst>
      <p:ext uri="{BB962C8B-B14F-4D97-AF65-F5344CB8AC3E}">
        <p14:creationId xmlns:p14="http://schemas.microsoft.com/office/powerpoint/2010/main" val="1736620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2">
          <a:extLst>
            <a:ext uri="{FF2B5EF4-FFF2-40B4-BE49-F238E27FC236}">
              <a16:creationId xmlns:a16="http://schemas.microsoft.com/office/drawing/2014/main" id="{83F57791-23BD-E560-33C5-8EC8F4DA245D}"/>
            </a:ext>
          </a:extLst>
        </p:cNvPr>
        <p:cNvGrpSpPr/>
        <p:nvPr/>
      </p:nvGrpSpPr>
      <p:grpSpPr>
        <a:xfrm>
          <a:off x="0" y="0"/>
          <a:ext cx="0" cy="0"/>
          <a:chOff x="0" y="0"/>
          <a:chExt cx="0" cy="0"/>
        </a:xfrm>
      </p:grpSpPr>
      <p:sp>
        <p:nvSpPr>
          <p:cNvPr id="547" name="Google Shape;547;p55">
            <a:extLst>
              <a:ext uri="{FF2B5EF4-FFF2-40B4-BE49-F238E27FC236}">
                <a16:creationId xmlns:a16="http://schemas.microsoft.com/office/drawing/2014/main" id="{8D2FBB1D-629B-EA61-7299-B31ABFCDF835}"/>
              </a:ext>
            </a:extLst>
          </p:cNvPr>
          <p:cNvSpPr txBox="1">
            <a:spLocks noGrp="1"/>
          </p:cNvSpPr>
          <p:nvPr>
            <p:ph type="title" idx="4"/>
          </p:nvPr>
        </p:nvSpPr>
        <p:spPr>
          <a:xfrm>
            <a:off x="717800" y="383175"/>
            <a:ext cx="7708200" cy="64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FFCD76"/>
                </a:solidFill>
                <a:latin typeface="Montserrat SemiBold" pitchFamily="2" charset="77"/>
              </a:rPr>
              <a:t>Sample</a:t>
            </a:r>
            <a:r>
              <a:rPr lang="en" dirty="0">
                <a:latin typeface="Montserrat SemiBold" pitchFamily="2" charset="77"/>
              </a:rPr>
              <a:t> Format and </a:t>
            </a:r>
            <a:r>
              <a:rPr lang="en" dirty="0">
                <a:solidFill>
                  <a:schemeClr val="bg2"/>
                </a:solidFill>
                <a:latin typeface="Montserrat SemiBold" pitchFamily="2" charset="77"/>
              </a:rPr>
              <a:t>Other Documents</a:t>
            </a:r>
            <a:endParaRPr dirty="0">
              <a:solidFill>
                <a:schemeClr val="bg2"/>
              </a:solidFill>
              <a:latin typeface="Montserrat SemiBold" pitchFamily="2" charset="77"/>
            </a:endParaRPr>
          </a:p>
        </p:txBody>
      </p:sp>
      <p:pic>
        <p:nvPicPr>
          <p:cNvPr id="16" name="Picture 15">
            <a:extLst>
              <a:ext uri="{FF2B5EF4-FFF2-40B4-BE49-F238E27FC236}">
                <a16:creationId xmlns:a16="http://schemas.microsoft.com/office/drawing/2014/main" id="{33F31F8B-CF95-F2AC-33AA-82FFF5212AAE}"/>
              </a:ext>
            </a:extLst>
          </p:cNvPr>
          <p:cNvPicPr>
            <a:picLocks noChangeAspect="1"/>
          </p:cNvPicPr>
          <p:nvPr/>
        </p:nvPicPr>
        <p:blipFill>
          <a:blip r:embed="rId3"/>
          <a:stretch>
            <a:fillRect/>
          </a:stretch>
        </p:blipFill>
        <p:spPr>
          <a:xfrm>
            <a:off x="255160" y="1607301"/>
            <a:ext cx="5722399" cy="1928898"/>
          </a:xfrm>
          <a:prstGeom prst="rect">
            <a:avLst/>
          </a:prstGeom>
        </p:spPr>
      </p:pic>
      <p:pic>
        <p:nvPicPr>
          <p:cNvPr id="18" name="Picture 17">
            <a:extLst>
              <a:ext uri="{FF2B5EF4-FFF2-40B4-BE49-F238E27FC236}">
                <a16:creationId xmlns:a16="http://schemas.microsoft.com/office/drawing/2014/main" id="{BD98DAC2-E8AC-9857-818F-0B5A6DB68394}"/>
              </a:ext>
            </a:extLst>
          </p:cNvPr>
          <p:cNvPicPr>
            <a:picLocks noChangeAspect="1"/>
          </p:cNvPicPr>
          <p:nvPr/>
        </p:nvPicPr>
        <p:blipFill>
          <a:blip r:embed="rId4"/>
          <a:srcRect l="11816" t="11618" r="11313" b="11568"/>
          <a:stretch>
            <a:fillRect/>
          </a:stretch>
        </p:blipFill>
        <p:spPr>
          <a:xfrm>
            <a:off x="6063916" y="1212783"/>
            <a:ext cx="2877953" cy="2875784"/>
          </a:xfrm>
          <a:prstGeom prst="rect">
            <a:avLst/>
          </a:prstGeom>
        </p:spPr>
      </p:pic>
    </p:spTree>
    <p:extLst>
      <p:ext uri="{BB962C8B-B14F-4D97-AF65-F5344CB8AC3E}">
        <p14:creationId xmlns:p14="http://schemas.microsoft.com/office/powerpoint/2010/main" val="2635558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2">
          <a:extLst>
            <a:ext uri="{FF2B5EF4-FFF2-40B4-BE49-F238E27FC236}">
              <a16:creationId xmlns:a16="http://schemas.microsoft.com/office/drawing/2014/main" id="{B340CC39-057F-BC9A-39DC-3A7CC15B0DAE}"/>
            </a:ext>
          </a:extLst>
        </p:cNvPr>
        <p:cNvGrpSpPr/>
        <p:nvPr/>
      </p:nvGrpSpPr>
      <p:grpSpPr>
        <a:xfrm>
          <a:off x="0" y="0"/>
          <a:ext cx="0" cy="0"/>
          <a:chOff x="0" y="0"/>
          <a:chExt cx="0" cy="0"/>
        </a:xfrm>
      </p:grpSpPr>
      <p:sp>
        <p:nvSpPr>
          <p:cNvPr id="547" name="Google Shape;547;p55">
            <a:extLst>
              <a:ext uri="{FF2B5EF4-FFF2-40B4-BE49-F238E27FC236}">
                <a16:creationId xmlns:a16="http://schemas.microsoft.com/office/drawing/2014/main" id="{FCD518E1-0C1A-E07A-C894-A880F02D4182}"/>
              </a:ext>
            </a:extLst>
          </p:cNvPr>
          <p:cNvSpPr txBox="1">
            <a:spLocks noGrp="1"/>
          </p:cNvSpPr>
          <p:nvPr>
            <p:ph type="title" idx="4"/>
          </p:nvPr>
        </p:nvSpPr>
        <p:spPr>
          <a:xfrm>
            <a:off x="717800" y="383175"/>
            <a:ext cx="7708200" cy="64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FFCD76"/>
                </a:solidFill>
                <a:latin typeface="Montserrat SemiBold" pitchFamily="2" charset="77"/>
              </a:rPr>
              <a:t>Sample</a:t>
            </a:r>
            <a:r>
              <a:rPr lang="en" dirty="0">
                <a:latin typeface="Montserrat SemiBold" pitchFamily="2" charset="77"/>
              </a:rPr>
              <a:t> Format and </a:t>
            </a:r>
            <a:r>
              <a:rPr lang="en" dirty="0">
                <a:solidFill>
                  <a:schemeClr val="bg2"/>
                </a:solidFill>
                <a:latin typeface="Montserrat SemiBold" pitchFamily="2" charset="77"/>
              </a:rPr>
              <a:t>Other Documents</a:t>
            </a:r>
            <a:endParaRPr dirty="0">
              <a:solidFill>
                <a:schemeClr val="bg2"/>
              </a:solidFill>
              <a:latin typeface="Montserrat SemiBold" pitchFamily="2" charset="77"/>
            </a:endParaRPr>
          </a:p>
        </p:txBody>
      </p:sp>
      <p:pic>
        <p:nvPicPr>
          <p:cNvPr id="18" name="Picture 17">
            <a:extLst>
              <a:ext uri="{FF2B5EF4-FFF2-40B4-BE49-F238E27FC236}">
                <a16:creationId xmlns:a16="http://schemas.microsoft.com/office/drawing/2014/main" id="{10A0E114-FC4A-324A-A41A-9536A87D1F35}"/>
              </a:ext>
            </a:extLst>
          </p:cNvPr>
          <p:cNvPicPr>
            <a:picLocks noChangeAspect="1"/>
          </p:cNvPicPr>
          <p:nvPr/>
        </p:nvPicPr>
        <p:blipFill>
          <a:blip r:embed="rId3"/>
          <a:srcRect l="9721" t="9659" r="9536" b="9659"/>
          <a:stretch>
            <a:fillRect/>
          </a:stretch>
        </p:blipFill>
        <p:spPr>
          <a:xfrm>
            <a:off x="4808722" y="1133858"/>
            <a:ext cx="2877953" cy="2875784"/>
          </a:xfrm>
          <a:prstGeom prst="rect">
            <a:avLst/>
          </a:prstGeom>
        </p:spPr>
      </p:pic>
      <p:pic>
        <p:nvPicPr>
          <p:cNvPr id="2" name="Picture 1">
            <a:extLst>
              <a:ext uri="{FF2B5EF4-FFF2-40B4-BE49-F238E27FC236}">
                <a16:creationId xmlns:a16="http://schemas.microsoft.com/office/drawing/2014/main" id="{ADA1CA3F-A7D4-3D9D-B08D-5276345E772C}"/>
              </a:ext>
            </a:extLst>
          </p:cNvPr>
          <p:cNvPicPr>
            <a:picLocks noChangeAspect="1"/>
          </p:cNvPicPr>
          <p:nvPr/>
        </p:nvPicPr>
        <p:blipFill>
          <a:blip r:embed="rId4"/>
          <a:stretch>
            <a:fillRect/>
          </a:stretch>
        </p:blipFill>
        <p:spPr>
          <a:xfrm>
            <a:off x="1457326" y="1133858"/>
            <a:ext cx="2875784" cy="2875784"/>
          </a:xfrm>
          <a:prstGeom prst="rect">
            <a:avLst/>
          </a:prstGeom>
        </p:spPr>
      </p:pic>
    </p:spTree>
    <p:extLst>
      <p:ext uri="{BB962C8B-B14F-4D97-AF65-F5344CB8AC3E}">
        <p14:creationId xmlns:p14="http://schemas.microsoft.com/office/powerpoint/2010/main" val="3900104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0">
          <a:extLst>
            <a:ext uri="{FF2B5EF4-FFF2-40B4-BE49-F238E27FC236}">
              <a16:creationId xmlns:a16="http://schemas.microsoft.com/office/drawing/2014/main" id="{C7113E70-B019-E6C2-6524-A8E42AED5EBD}"/>
            </a:ext>
          </a:extLst>
        </p:cNvPr>
        <p:cNvGrpSpPr/>
        <p:nvPr/>
      </p:nvGrpSpPr>
      <p:grpSpPr>
        <a:xfrm>
          <a:off x="0" y="0"/>
          <a:ext cx="0" cy="0"/>
          <a:chOff x="0" y="0"/>
          <a:chExt cx="0" cy="0"/>
        </a:xfrm>
      </p:grpSpPr>
      <p:sp>
        <p:nvSpPr>
          <p:cNvPr id="471" name="Google Shape;471;p49">
            <a:extLst>
              <a:ext uri="{FF2B5EF4-FFF2-40B4-BE49-F238E27FC236}">
                <a16:creationId xmlns:a16="http://schemas.microsoft.com/office/drawing/2014/main" id="{C5D6798E-0349-9350-E860-A71F1E1E0B71}"/>
              </a:ext>
            </a:extLst>
          </p:cNvPr>
          <p:cNvSpPr txBox="1">
            <a:spLocks noGrp="1"/>
          </p:cNvSpPr>
          <p:nvPr>
            <p:ph type="title"/>
          </p:nvPr>
        </p:nvSpPr>
        <p:spPr>
          <a:xfrm>
            <a:off x="2684000" y="212513"/>
            <a:ext cx="5757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Next </a:t>
            </a:r>
            <a:r>
              <a:rPr lang="en" sz="3200" dirty="0">
                <a:solidFill>
                  <a:schemeClr val="bg2"/>
                </a:solidFill>
              </a:rPr>
              <a:t>Action</a:t>
            </a:r>
            <a:endParaRPr sz="3200" dirty="0">
              <a:solidFill>
                <a:schemeClr val="bg2"/>
              </a:solidFill>
            </a:endParaRPr>
          </a:p>
        </p:txBody>
      </p:sp>
      <p:sp>
        <p:nvSpPr>
          <p:cNvPr id="472" name="Google Shape;472;p49">
            <a:extLst>
              <a:ext uri="{FF2B5EF4-FFF2-40B4-BE49-F238E27FC236}">
                <a16:creationId xmlns:a16="http://schemas.microsoft.com/office/drawing/2014/main" id="{60A24074-1F65-5D3E-1B5E-1DB2D72A452F}"/>
              </a:ext>
            </a:extLst>
          </p:cNvPr>
          <p:cNvSpPr txBox="1">
            <a:spLocks noGrp="1"/>
          </p:cNvSpPr>
          <p:nvPr>
            <p:ph type="subTitle" idx="1"/>
          </p:nvPr>
        </p:nvSpPr>
        <p:spPr>
          <a:xfrm flipH="1">
            <a:off x="2683997" y="785213"/>
            <a:ext cx="6325248" cy="4145774"/>
          </a:xfrm>
          <a:prstGeom prst="rect">
            <a:avLst/>
          </a:prstGeom>
        </p:spPr>
        <p:txBody>
          <a:bodyPr spcFirstLastPara="1" wrap="square" lIns="91425" tIns="91425" rIns="91425" bIns="91425" anchor="t" anchorCtr="0">
            <a:noAutofit/>
          </a:bodyPr>
          <a:lstStyle/>
          <a:p>
            <a:pPr marL="285750" lvl="0" indent="-285750" algn="l" rtl="0">
              <a:spcBef>
                <a:spcPts val="0"/>
              </a:spcBef>
              <a:spcAft>
                <a:spcPts val="600"/>
              </a:spcAft>
              <a:buClr>
                <a:schemeClr val="accent1"/>
              </a:buClr>
              <a:buSzPct val="120000"/>
              <a:buFont typeface="Arial" panose="020B0604020202020204" pitchFamily="34" charset="0"/>
              <a:buChar char="•"/>
            </a:pPr>
            <a:r>
              <a:rPr lang="en" sz="1600" dirty="0">
                <a:solidFill>
                  <a:schemeClr val="tx1"/>
                </a:solidFill>
                <a:latin typeface="Montserrat" pitchFamily="2" charset="77"/>
              </a:rPr>
              <a:t>Form a group with </a:t>
            </a:r>
            <a:r>
              <a:rPr lang="en" sz="1600" b="1" dirty="0">
                <a:solidFill>
                  <a:schemeClr val="accent1"/>
                </a:solidFill>
                <a:latin typeface="Montserrat" pitchFamily="2" charset="77"/>
              </a:rPr>
              <a:t>3-4 Members</a:t>
            </a:r>
          </a:p>
          <a:p>
            <a:pPr marL="285750" lvl="0" indent="-285750" algn="l" rtl="0">
              <a:spcBef>
                <a:spcPts val="0"/>
              </a:spcBef>
              <a:spcAft>
                <a:spcPts val="600"/>
              </a:spcAft>
              <a:buClr>
                <a:schemeClr val="accent1"/>
              </a:buClr>
              <a:buSzPct val="120000"/>
              <a:buFont typeface="Arial" panose="020B0604020202020204" pitchFamily="34" charset="0"/>
              <a:buChar char="•"/>
            </a:pPr>
            <a:r>
              <a:rPr lang="en" sz="1600" dirty="0">
                <a:solidFill>
                  <a:schemeClr val="tx1"/>
                </a:solidFill>
                <a:latin typeface="Montserrat" pitchFamily="2" charset="77"/>
              </a:rPr>
              <a:t>Produce </a:t>
            </a:r>
            <a:r>
              <a:rPr lang="en" sz="1600" b="1" dirty="0">
                <a:solidFill>
                  <a:schemeClr val="accent1"/>
                </a:solidFill>
                <a:latin typeface="Montserrat" pitchFamily="2" charset="77"/>
              </a:rPr>
              <a:t>3 Project Titles</a:t>
            </a:r>
          </a:p>
          <a:p>
            <a:pPr marL="285750" lvl="0" indent="-285750" algn="l" rtl="0">
              <a:spcBef>
                <a:spcPts val="0"/>
              </a:spcBef>
              <a:spcAft>
                <a:spcPts val="600"/>
              </a:spcAft>
              <a:buClr>
                <a:schemeClr val="accent1"/>
              </a:buClr>
              <a:buSzPct val="120000"/>
              <a:buFont typeface="Arial" panose="020B0604020202020204" pitchFamily="34" charset="0"/>
              <a:buChar char="•"/>
            </a:pPr>
            <a:r>
              <a:rPr lang="en" sz="1600" dirty="0">
                <a:solidFill>
                  <a:schemeClr val="tx1"/>
                </a:solidFill>
                <a:latin typeface="Montserrat" pitchFamily="2" charset="77"/>
              </a:rPr>
              <a:t>Adviser Pool:</a:t>
            </a:r>
          </a:p>
          <a:p>
            <a:pPr marL="742950" lvl="1" indent="-285750" algn="l">
              <a:spcAft>
                <a:spcPts val="600"/>
              </a:spcAft>
              <a:buClr>
                <a:schemeClr val="accent1"/>
              </a:buClr>
              <a:buSzPct val="120000"/>
              <a:buFont typeface="Wingdings" pitchFamily="2" charset="2"/>
              <a:buChar char="§"/>
            </a:pPr>
            <a:r>
              <a:rPr lang="en" b="1" dirty="0">
                <a:solidFill>
                  <a:schemeClr val="accent1"/>
                </a:solidFill>
                <a:latin typeface="Montserrat" pitchFamily="2" charset="77"/>
              </a:rPr>
              <a:t>Kyle Pacatang </a:t>
            </a:r>
            <a:r>
              <a:rPr lang="en" dirty="0">
                <a:solidFill>
                  <a:schemeClr val="tx1"/>
                </a:solidFill>
                <a:latin typeface="Montserrat" pitchFamily="2" charset="77"/>
              </a:rPr>
              <a:t>(Expertise: Image Processing, AI, ML, IOT)</a:t>
            </a:r>
          </a:p>
          <a:p>
            <a:pPr marL="742950" lvl="1" indent="-285750" algn="l">
              <a:spcAft>
                <a:spcPts val="600"/>
              </a:spcAft>
              <a:buClr>
                <a:schemeClr val="accent1"/>
              </a:buClr>
              <a:buSzPct val="120000"/>
              <a:buFont typeface="Wingdings" pitchFamily="2" charset="2"/>
              <a:buChar char="§"/>
            </a:pPr>
            <a:r>
              <a:rPr lang="en" b="1" dirty="0" err="1">
                <a:solidFill>
                  <a:schemeClr val="accent1"/>
                </a:solidFill>
                <a:latin typeface="Montserrat" pitchFamily="2" charset="77"/>
              </a:rPr>
              <a:t>Lorjohn</a:t>
            </a:r>
            <a:r>
              <a:rPr lang="en" b="1" dirty="0">
                <a:solidFill>
                  <a:schemeClr val="accent1"/>
                </a:solidFill>
                <a:latin typeface="Montserrat" pitchFamily="2" charset="77"/>
              </a:rPr>
              <a:t> </a:t>
            </a:r>
            <a:r>
              <a:rPr lang="en" b="1" dirty="0" err="1">
                <a:solidFill>
                  <a:schemeClr val="accent1"/>
                </a:solidFill>
                <a:latin typeface="Montserrat" pitchFamily="2" charset="77"/>
              </a:rPr>
              <a:t>Raña</a:t>
            </a:r>
            <a:r>
              <a:rPr lang="en" b="1" dirty="0">
                <a:solidFill>
                  <a:schemeClr val="accent1"/>
                </a:solidFill>
                <a:latin typeface="Montserrat" pitchFamily="2" charset="77"/>
              </a:rPr>
              <a:t> </a:t>
            </a:r>
            <a:r>
              <a:rPr lang="en" dirty="0">
                <a:solidFill>
                  <a:schemeClr val="tx1"/>
                </a:solidFill>
                <a:latin typeface="Montserrat" pitchFamily="2" charset="77"/>
              </a:rPr>
              <a:t>(Expertise: Image Processing, Facial Recognition, IOT, ML)</a:t>
            </a:r>
          </a:p>
          <a:p>
            <a:pPr marL="742950" lvl="1" indent="-285750" algn="l">
              <a:spcAft>
                <a:spcPts val="600"/>
              </a:spcAft>
              <a:buClr>
                <a:schemeClr val="accent1"/>
              </a:buClr>
              <a:buSzPct val="120000"/>
              <a:buFont typeface="Wingdings" pitchFamily="2" charset="2"/>
              <a:buChar char="§"/>
            </a:pPr>
            <a:r>
              <a:rPr lang="en" b="1" dirty="0">
                <a:solidFill>
                  <a:schemeClr val="accent1"/>
                </a:solidFill>
                <a:latin typeface="Montserrat" pitchFamily="2" charset="77"/>
              </a:rPr>
              <a:t>Howard Glen Gloria </a:t>
            </a:r>
            <a:r>
              <a:rPr lang="en" dirty="0">
                <a:solidFill>
                  <a:schemeClr val="tx1"/>
                </a:solidFill>
                <a:latin typeface="Montserrat" pitchFamily="2" charset="77"/>
              </a:rPr>
              <a:t>(Expertise: Image Processing, Facial Recognition, ML)</a:t>
            </a:r>
          </a:p>
          <a:p>
            <a:pPr marL="742950" lvl="1" indent="-285750" algn="l">
              <a:spcAft>
                <a:spcPts val="600"/>
              </a:spcAft>
              <a:buClr>
                <a:schemeClr val="accent1"/>
              </a:buClr>
              <a:buSzPct val="120000"/>
              <a:buFont typeface="Wingdings" pitchFamily="2" charset="2"/>
              <a:buChar char="§"/>
            </a:pPr>
            <a:r>
              <a:rPr lang="en" b="1" dirty="0" err="1">
                <a:solidFill>
                  <a:schemeClr val="accent1"/>
                </a:solidFill>
                <a:latin typeface="Montserrat" pitchFamily="2" charset="77"/>
              </a:rPr>
              <a:t>Jonard</a:t>
            </a:r>
            <a:r>
              <a:rPr lang="en" b="1" dirty="0">
                <a:solidFill>
                  <a:schemeClr val="accent1"/>
                </a:solidFill>
                <a:latin typeface="Montserrat" pitchFamily="2" charset="77"/>
              </a:rPr>
              <a:t> </a:t>
            </a:r>
            <a:r>
              <a:rPr lang="en" b="1" dirty="0" err="1">
                <a:solidFill>
                  <a:schemeClr val="accent1"/>
                </a:solidFill>
                <a:latin typeface="Montserrat" pitchFamily="2" charset="77"/>
              </a:rPr>
              <a:t>Tanilon</a:t>
            </a:r>
            <a:r>
              <a:rPr lang="en" b="1" dirty="0">
                <a:solidFill>
                  <a:schemeClr val="accent1"/>
                </a:solidFill>
                <a:latin typeface="Montserrat" pitchFamily="2" charset="77"/>
              </a:rPr>
              <a:t> </a:t>
            </a:r>
            <a:r>
              <a:rPr lang="en" dirty="0">
                <a:solidFill>
                  <a:schemeClr val="tx1"/>
                </a:solidFill>
                <a:latin typeface="Montserrat" pitchFamily="2" charset="77"/>
              </a:rPr>
              <a:t>(Expertise: GIS)</a:t>
            </a:r>
          </a:p>
          <a:p>
            <a:pPr marL="285750" lvl="0" indent="-285750" algn="l" rtl="0">
              <a:spcBef>
                <a:spcPts val="0"/>
              </a:spcBef>
              <a:spcAft>
                <a:spcPts val="600"/>
              </a:spcAft>
              <a:buClr>
                <a:schemeClr val="accent1"/>
              </a:buClr>
              <a:buSzPct val="120000"/>
              <a:buFont typeface="Arial" panose="020B0604020202020204" pitchFamily="34" charset="0"/>
              <a:buChar char="•"/>
            </a:pPr>
            <a:r>
              <a:rPr lang="en-US" sz="1600" dirty="0">
                <a:solidFill>
                  <a:schemeClr val="tx1"/>
                </a:solidFill>
                <a:latin typeface="Montserrat" pitchFamily="2" charset="77"/>
              </a:rPr>
              <a:t>Complete the Title Checklist</a:t>
            </a:r>
          </a:p>
          <a:p>
            <a:pPr marL="285750" lvl="0" indent="-285750" algn="l">
              <a:spcAft>
                <a:spcPts val="600"/>
              </a:spcAft>
              <a:buClr>
                <a:schemeClr val="accent1"/>
              </a:buClr>
              <a:buSzPct val="120000"/>
              <a:buFont typeface="Arial" panose="020B0604020202020204" pitchFamily="34" charset="0"/>
              <a:buChar char="•"/>
            </a:pPr>
            <a:r>
              <a:rPr lang="en-US" sz="1600" dirty="0">
                <a:solidFill>
                  <a:schemeClr val="tx1"/>
                </a:solidFill>
                <a:latin typeface="Montserrat" pitchFamily="2" charset="77"/>
              </a:rPr>
              <a:t>Title Defense Tentative Schedule: </a:t>
            </a:r>
            <a:r>
              <a:rPr lang="en-US" sz="1600" b="1" dirty="0">
                <a:solidFill>
                  <a:schemeClr val="accent1"/>
                </a:solidFill>
                <a:latin typeface="Montserrat ExtraBold" pitchFamily="2" charset="77"/>
              </a:rPr>
              <a:t>March 21, 2026 (Saturday)</a:t>
            </a:r>
          </a:p>
          <a:p>
            <a:pPr marL="285750" indent="-285750" algn="l">
              <a:spcAft>
                <a:spcPts val="600"/>
              </a:spcAft>
              <a:buClr>
                <a:schemeClr val="accent1"/>
              </a:buClr>
              <a:buSzPct val="120000"/>
              <a:buFont typeface="Arial" panose="020B0604020202020204" pitchFamily="34" charset="0"/>
              <a:buChar char="•"/>
            </a:pPr>
            <a:r>
              <a:rPr lang="en-US" sz="1600" dirty="0">
                <a:solidFill>
                  <a:schemeClr val="tx1"/>
                </a:solidFill>
                <a:latin typeface="Montserrat" pitchFamily="2" charset="77"/>
              </a:rPr>
              <a:t>Outline Defense Tentative Schedule : </a:t>
            </a:r>
            <a:r>
              <a:rPr lang="en-US" sz="1600" b="1" dirty="0">
                <a:solidFill>
                  <a:schemeClr val="accent1"/>
                </a:solidFill>
                <a:latin typeface="Montserrat ExtraBold" pitchFamily="2" charset="77"/>
              </a:rPr>
              <a:t>June 19-20, 2026</a:t>
            </a:r>
            <a:endParaRPr sz="1600" b="1" dirty="0">
              <a:solidFill>
                <a:schemeClr val="accent1"/>
              </a:solidFill>
              <a:latin typeface="Montserrat ExtraBold" pitchFamily="2" charset="77"/>
            </a:endParaRPr>
          </a:p>
        </p:txBody>
      </p:sp>
    </p:spTree>
    <p:extLst>
      <p:ext uri="{BB962C8B-B14F-4D97-AF65-F5344CB8AC3E}">
        <p14:creationId xmlns:p14="http://schemas.microsoft.com/office/powerpoint/2010/main" val="252286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7"/>
          <p:cNvSpPr txBox="1">
            <a:spLocks noGrp="1"/>
          </p:cNvSpPr>
          <p:nvPr>
            <p:ph type="title"/>
          </p:nvPr>
        </p:nvSpPr>
        <p:spPr>
          <a:xfrm>
            <a:off x="713225" y="1126156"/>
            <a:ext cx="5985958" cy="284734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Montserrat SemiBold" pitchFamily="2" charset="77"/>
              </a:rPr>
              <a:t>Any </a:t>
            </a:r>
            <a:r>
              <a:rPr lang="en" dirty="0">
                <a:solidFill>
                  <a:schemeClr val="bg2"/>
                </a:solidFill>
                <a:latin typeface="Montserrat SemiBold" pitchFamily="2" charset="77"/>
              </a:rPr>
              <a:t>Questions?</a:t>
            </a:r>
            <a:endParaRPr dirty="0">
              <a:solidFill>
                <a:schemeClr val="bg2"/>
              </a:solidFill>
              <a:latin typeface="Montserrat SemiBold" pitchFamily="2" charset="77"/>
            </a:endParaRPr>
          </a:p>
        </p:txBody>
      </p:sp>
    </p:spTree>
  </p:cSld>
  <p:clrMapOvr>
    <a:masterClrMapping/>
  </p:clrMapOvr>
</p:sld>
</file>

<file path=ppt/theme/theme1.xml><?xml version="1.0" encoding="utf-8"?>
<a:theme xmlns:a="http://schemas.openxmlformats.org/drawingml/2006/main" name="Management Consulting Toolkit by Slidesgo">
  <a:themeElements>
    <a:clrScheme name="Simple Light">
      <a:dk1>
        <a:srgbClr val="FFFFFF"/>
      </a:dk1>
      <a:lt1>
        <a:srgbClr val="000000"/>
      </a:lt1>
      <a:dk2>
        <a:srgbClr val="D38B13"/>
      </a:dk2>
      <a:lt2>
        <a:srgbClr val="3E3E3E"/>
      </a:lt2>
      <a:accent1>
        <a:srgbClr val="FFCD76"/>
      </a:accent1>
      <a:accent2>
        <a:srgbClr val="FFFFFF"/>
      </a:accent2>
      <a:accent3>
        <a:srgbClr val="D38B13"/>
      </a:accent3>
      <a:accent4>
        <a:srgbClr val="3E3E3E"/>
      </a:accent4>
      <a:accent5>
        <a:srgbClr val="FFCD76"/>
      </a:accent5>
      <a:accent6>
        <a:srgbClr val="FFFFFF"/>
      </a:accent6>
      <a:hlink>
        <a:srgbClr val="FFCD7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2654</TotalTime>
  <Words>2431</Words>
  <Application>Microsoft Macintosh PowerPoint</Application>
  <PresentationFormat>On-screen Show (16:9)</PresentationFormat>
  <Paragraphs>257</Paragraphs>
  <Slides>37</Slides>
  <Notes>37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Didact Gothic</vt:lpstr>
      <vt:lpstr>Fira Sans Extra Condensed Medium</vt:lpstr>
      <vt:lpstr>Lucida Calligraphy</vt:lpstr>
      <vt:lpstr>Montserrat</vt:lpstr>
      <vt:lpstr>Montserrat ExtraBold</vt:lpstr>
      <vt:lpstr>Montserrat SemiBold</vt:lpstr>
      <vt:lpstr>Quicksand Medium</vt:lpstr>
      <vt:lpstr>Wingdings</vt:lpstr>
      <vt:lpstr>Management Consulting Toolkit by Slidesgo</vt:lpstr>
      <vt:lpstr>Social and Professional Issues</vt:lpstr>
      <vt:lpstr>Topics Distribution</vt:lpstr>
      <vt:lpstr>Possible Timeline</vt:lpstr>
      <vt:lpstr>Any Questions?</vt:lpstr>
      <vt:lpstr>Possible Timeline</vt:lpstr>
      <vt:lpstr>Capstone Project 1</vt:lpstr>
      <vt:lpstr>Introduction</vt:lpstr>
      <vt:lpstr>Course Intended Learning Outcomes</vt:lpstr>
      <vt:lpstr>Capstone Project Composition</vt:lpstr>
      <vt:lpstr>Capstone Project Advisory Committee </vt:lpstr>
      <vt:lpstr>Project Theme</vt:lpstr>
      <vt:lpstr>Project Theme</vt:lpstr>
      <vt:lpstr>Capstone Roadmap</vt:lpstr>
      <vt:lpstr>Capstone Title</vt:lpstr>
      <vt:lpstr>Capstone Title</vt:lpstr>
      <vt:lpstr>Capstone Title</vt:lpstr>
      <vt:lpstr>Capstone Title</vt:lpstr>
      <vt:lpstr>Title: Document Contents </vt:lpstr>
      <vt:lpstr>Title: Document Contents </vt:lpstr>
      <vt:lpstr>Title: Document Contents </vt:lpstr>
      <vt:lpstr>Background of the Study</vt:lpstr>
      <vt:lpstr>Background of the Study</vt:lpstr>
      <vt:lpstr>Background of the Study</vt:lpstr>
      <vt:lpstr>Title: Document Contents </vt:lpstr>
      <vt:lpstr>Title: Document Contents </vt:lpstr>
      <vt:lpstr>Title: Document Contents </vt:lpstr>
      <vt:lpstr>Title: Document Contents </vt:lpstr>
      <vt:lpstr>Title: Document Contents </vt:lpstr>
      <vt:lpstr>Title: Document Contents </vt:lpstr>
      <vt:lpstr>Styling Format </vt:lpstr>
      <vt:lpstr>Title Checklist</vt:lpstr>
      <vt:lpstr>Title Checklist</vt:lpstr>
      <vt:lpstr>Title Checklist</vt:lpstr>
      <vt:lpstr>Sample Format and Other Documents</vt:lpstr>
      <vt:lpstr>Sample Format and Other Documents</vt:lpstr>
      <vt:lpstr>Next Action</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Louis Mercaral</cp:lastModifiedBy>
  <cp:revision>50</cp:revision>
  <dcterms:modified xsi:type="dcterms:W3CDTF">2026-01-21T00:41:06Z</dcterms:modified>
</cp:coreProperties>
</file>